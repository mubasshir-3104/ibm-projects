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944D49-8CD8-480C-9FF8-056CFF12A433}" v="79" dt="2025-11-20T11:08:57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9:56:52.9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1280 1494 9830,'0'-2'0,"1"0"0,-1 1 0,1-1 0,-1 0 0,1 1 0,0-1 0,-1 0 0,1 1 0,0-1 0,0 1 0,0 0 0,0-1 0,1 1 0,-1 0 0,0-1 0,3-1 0,25-17 0,-26 18 0,40-23-9,1 2-1,1 2 1,60-18-1,146-34 87,-156 48 48,-59 17 540,-36 8-639,0 0 0,0 0 0,0 0 0,0 0 0,1 1 0,-1-1-1,0 0 1,0 0 0,0 0 0,0 0 0,0 0 0,0 0 0,0 0 0,0 0 0,0 0 0,0 1 130,0-1-130,0 0 0,0 0 0,0 0 0,0 0 0,0 0 0,1 0 0,-1 0 0,0 0 0,0 0-1,0 0 1,0 0 0,0 0 0,0 0 0,-27 11 1935,-355 115 7306,-19-6-6043,189-57-3055,170-50-169,-716 219 0,647-193 0,95-30-621,31-7-126,52-10-1201,108-27-1456,36-8 2029,958-217-6914,-936 190 8289,-186 53 0,-1-3 0,74-43 0,-56 24 0,260-174 0,-316 206 9,-2 4 48,0-1 0,-1 0 0,0 0-1,0-1 1,0 0 0,0 0 0,-1 0-1,1 0 1,-1-1 0,-1 0 0,1 1-1,2-8 1,-6 12-37,0 1-1,1-1 1,-1 1-1,0-1 1,0 0-1,0 1 1,0-1-1,0 0 1,0 1-1,0-1 1,0 0-1,-1 1 1,1-1-1,0 1 1,0-1-1,0 0 1,-1 1 0,1-1-1,0 1 1,-1-1-1,1 1 1,0-1-1,-1 1 1,1-1-1,-1 1 1,1-1-1,-1 1 1,1-1-1,-1 1 1,1 0-1,-1-1 1,1 1-1,-1 0 1,0 0-1,1-1 1,-1 1-1,1 0 1,-1 0 0,0 0-1,0 0 1,-29-2 751,7 5-399,0 0 0,1 2 1,-1 0-1,1 1 0,-32 15 0,37-14-227,0 1 1,0 1 0,1 0-1,1 2 1,-1-1-1,1 2 1,-15 15-1,30-27-117,-1 1-1,1-1 1,-1 0-1,1 1 1,-1-1-1,1 0 0,0 1 1,-1-1-1,1 0 1,-1 1-1,1-1 1,0 1-1,-1-1 1,1 1-1,0-1 1,0 1-1,-1-1 0,1 1 1,0-1-1,0 1 1,0 0-1,0-1 1,0 1-1,-1-1 1,1 1-1,0-1 1,0 1-1,1 0 0,-1-1 1,0 1-1,0-1 1,0 1-1,0-1 1,1 1-1,0 0 16,0-1 1,1 1-1,-1-1 0,0 0 1,1 1-1,-1-1 0,0 0 0,1 0 1,-1 0-1,1 0 0,-1 0 0,0-1 1,3 1-1,57-16 587,-53 13-514,-3 2-25,-1 0 8,0 1 1,0-1 0,0-1 0,0 1 0,0 0 0,0-1-1,0 0 1,-1 0 0,1 0 0,3-3 0,-8 4-41,0 1 1,0 0-1,1-1 1,-1 1 0,0 0-1,0 0 1,0-1-1,0 1 1,0 0 0,0 0-1,0 0 1,0 0-1,0 0 1,0 0-1,1 0 1,-1 1 0,0-1-1,-1 0 1,-55 10 731,0 2-1,1 3 1,0 2 0,1 2-1,2 3 1,-58 32 0,111-54-791,-13 6 54,1 1-1,-1 0 1,1 0-1,1 2 0,-1-1 1,2 1-1,-1 1 0,-9 11 1,19-20-54,1-1 0,-1 1 1,1-1-1,-1 1 1,1-1-1,0 1 0,-1-1 1,1 1-1,-1 0 0,1-1 1,0 1-1,0-1 0,-1 1 1,1 0-1,0-1 1,0 1-1,0 0 0,0-1 1,0 1-1,0 0 0,0-1 1,0 1-1,0 0 0,0-1 1,0 1-1,0 0 1,0-1-1,1 1 0,-1 0 1,0-1-1,1 1 0,-1 0 1,0-1-1,1 1 0,-1-1 1,0 1-1,1-1 0,-1 1 1,1-1-1,-1 1 1,1-1-1,-1 1 0,1-1 1,0 0-1,-1 1 0,1-1 1,-1 0-1,1 0 0,0 1 1,4 0-48,-1 0 0,1-1 0,0 1 0,-1-1 0,1 0 0,8-1 0,12-2-477,1-2-1,-1 0 0,0-2 0,27-11 0,96-47-1223,-102 44 1322,-28 12 255,320-161-1622,-281 132 1459,-44 24 539,-13 14-199,0 0-1,0 0 1,0 0-1,0-1 1,0 1-1,0 0 1,0 0-1,0 0 1,0 0-1,0-1 1,0 1-1,0 0 1,0 0-1,0 0 1,0 0-1,0-1 1,0 1-1,0 0 0,0 0 1,0 0-1,0 0 1,0 0-1,0-1 1,0 1-1,0 0 1,0 0-1,0 0 1,-1 0-1,1 0 1,0 0-1,0-1 1,0 1-1,0 0 1,0 0-1,0 0 1,-1 0-1,1 0 0,0 0 1,0 0-1,0 0 1,0 0-1,0 0 1,-1 0-1,1 0 1,0 0-1,-30 2 442,-23 10-29,0 3-1,-74 32 1,31-11-23,-124 40 202,184-60-419,36-16-169,1 0 1,-1 0-1,0 0 1,1 0 0,-1 0-1,0 0 1,0 0-1,1 0 1,-1 0-1,0 1 1,0-1-1,1 0 1,-1 0-1,0 0 1,0 0 0,1 0-1,-1 1 1,0-1-1,0 0 1,1 0-1,-1 1 1,0-1-1,0 0 1,0 0 0,0 1-1,1-1 1,-1 0-1,0 0 1,0 1-1,0-1 1,0 0-1,0 0 1,0 1 0,0-1-1,0 0 1,0 1-1,0-1 1,0 0-1,0 0 1,0 1-1,0-1 1,0 0 0,0 1-1,0-1 1,0 0-1,0 0 1,0 1-1,-1-1 1,1 0-1,0 1 1,0-1-1,0 0 1,0 0 0,-1 0-1,1 1 1,0-1-1,0 0 1,0 0-1,-1 0 1,1 1-1,0-1 1,-1 0 0,1 0-1,0 0 1,-1 0-1,33 4 462,9-3-226,1-3 0,-1-1 0,45-10 0,126-36-1531,-38 8 804,-163 39 499,44-7 45,-52 8-49,0 1-1,0 0 0,0 0 0,0 0 1,0 1-1,0-1 0,0 1 1,0-1-1,0 1 0,0 0 1,0 0-1,-1 0 0,5 3 1,-6-4-2,0 1 1,0 0-1,-1 0 1,1 0 0,0 0-1,0 0 1,-1 0 0,1 0-1,-1 1 1,1-1 0,-1 0-1,1 0 1,-1 0-1,0 0 1,0 1 0,1-1-1,-1 0 1,0 0 0,0 1-1,0-1 1,0 0 0,-1 0-1,1 1 1,0-1-1,0 0 1,-1 0 0,0 2-1,-7 16 109,0 1-1,-2-2 1,0 1-1,-1-1 1,-1-1-1,-17 20 1,19-25-70,-172 219 702,51-68-285,-122 198 0,248-353-457,-1 1 10,-1 1 0,2 0-1,-1 0 1,1 0 0,1 1 0,0-1 0,1 1-1,0 0 1,-3 21 0,6-31-19,0 0 0,0 0 0,0 0 0,0 0 0,1 0 0,-1 0 0,0 0 0,1 0 0,-1 0 0,0 0 0,1 0 0,-1 0 0,1-1 0,0 1 0,-1 0 0,1 0 0,0 0 0,-1-1 0,1 1 0,0 0 0,0-1 0,0 1 0,0-1 0,0 1 0,0-1 0,-1 1 0,1-1 0,0 1 0,0-1 0,0 0 0,0 0 0,1 1 0,-1-1 0,0 0 0,0 0 0,0 0 0,0 0 0,0 0 0,0-1 0,0 1 0,0 0 0,0 0 0,0-1 0,1 0 0,8-1-240,0-1 0,-1 0 0,14-6 0,-20 8 154,39-20-602,-1-1 0,0-2 0,-2-2 1,-1-2-1,-1-1 0,-2-2 0,41-45 0,198-268-2623,-247 307 3095,-12 16 118,-2 5-26,-1 0 0,-1-1 1,0 0-1,-1-1 0,12-32 0,-21 48 115,-1 1 0,1-1 0,-1 1 0,0-1 0,1 1 0,-1-1 0,0 1 0,0-1 0,0 1 0,0-1 0,0 1 0,0-1 0,0 0 0,-1 1 0,1-1 0,-1-1 0,0 2 24,1 1 0,-1-1-1,0 0 1,1 1 0,-1-1 0,1 1 0,-1-1 0,0 1 0,1-1 0,-1 1-1,0-1 1,0 1 0,1 0 0,-1-1 0,0 1 0,0 0 0,0 0 0,1 0-1,-1 0 1,0 0 0,0-1 0,-1 2 0,-3-1 59,1 1 0,-1 0 0,0 0 0,1 0 0,-1 0 1,0 1-1,1 0 0,0 0 0,-7 5 0,0 0 98,2 0 1,-1 1-1,1 1 1,0 0-1,1 0 0,0 1 1,0-1-1,1 2 1,0-1-1,-9 22 1,3-3 171,2 0 0,1 0 0,-8 41 0,12-39-68,2 0-1,1 0 0,1 0 0,2 0 1,1 1-1,1-1 0,2 0 1,12 46-1,-10-53-136,1-1 0,1 0 0,1 0 0,1-1 0,1-1 0,1 1 0,1-2 0,1 0 0,0 0 0,2-2 0,27 27 0,-36-38-58,0-1 0,0-1 0,1 0 0,0 0 0,0 0 0,0-1 0,1 0 0,-1 0 0,11 2-1,-14-5-30,0 0-1,1 0 0,-1-1 0,0 0 1,1 0-1,-1 0 0,0-1 0,1 1 0,-1-1 1,0 0-1,0-1 0,0 1 0,0-1 1,0 0-1,0-1 0,0 1 0,5-5 0,0 0-230,-1 0-1,0-1 1,0 0-1,-1-1 1,0 1-1,0-2 1,-1 1-1,0-1 1,-1 0-1,7-16 1,3-11-977,20-68 0,-29 80 871,62-212-2661,61-405 1,-124 588 2823,-6 54 136,0-1 0,1 1 1,-1-1-1,0 1 1,0-1-1,0 0 0,0 1 1,0-1-1,0 1 1,0-1-1,0 0 1,0 1-1,0-1 0,0 1 1,0-1-1,0 1 1,-1-1-1,1 1 0,0-1 1,0 0-1,-1 1 1,1-1-1,0 1 1,-1 0-1,1-1 0,0 1 1,-1-1-1,1 1 1,-1-1-1,1 1 1,0 0-1,-1-1 0,0 1 1,0 1 25,0-1 1,0 1-1,0 0 1,0 0-1,0 0 1,1 0-1,-1 0 1,0 0-1,1 0 0,-1 0 1,0 1-1,1-1 1,-1 0-1,1 2 1,-19 60 992,4 1 0,-14 115 0,25-152-786,-24 243 1434,25-218-1341,3 0 0,2-1-1,10 62 1,-9-98-254,0 1-1,1-1 1,0 0 0,2 0 0,-1 0-1,16 26 1,-18-36-20,0 0-1,1 0 1,0-1-1,0 1 1,0-1-1,0 0 1,0 0 0,1 0-1,0-1 1,0 0-1,0 0 1,0 0-1,0 0 1,1-1-1,-1 0 1,1 0 0,-1 0-1,1-1 1,0 0-1,0 0 1,7 0-1,-3-1-44,0-1-1,-1 0 0,1 0 1,0-1-1,0 0 0,-1-1 1,0 0-1,1-1 0,-1 0 1,0 0-1,-1-1 0,1 0 1,9-8-1,6-6-590,-2 0 0,0-2 1,24-29-1,26-37-1364,-4-3 0,108-190 0,-135 202 1452,-3-2 0,-4-1 0,-4-2 0,26-110 0,-51 172 1054,-5 42 256,0-16-720,0 1-26,-5 92 1129,4 0-1,18 154 0,-12-221-1100,1 14 188,2 1-1,3-1 0,18 52 0,-25-90 41,-3-12-382,-4-19-439,-20-69-824,-3 1 1,-63-142-1,62 168 865,-4 0 1,-68-108 0,94 167 402,0-1 0,-1 2 0,0-1 0,0 0 0,0 1 0,-14-10 0,19 15 69,-1 0 0,1 0 1,-1 0-1,1 1 0,-1-1 0,1 0 0,-1 1 0,0-1 0,1 1 1,-1 0-1,0-1 0,1 1 0,-1 0 0,0 0 0,1 0 0,-1 0 0,0 0 1,0 1-1,1-1 0,-1 0 0,1 1 0,-1 0 0,0-1 0,1 1 1,-1 0-1,1-1 0,-1 1 0,1 0 0,0 0 0,-1 0 0,1 0 0,0 1 1,0-1-1,0 0 0,0 1 0,0-1 0,0 0 0,0 1 0,0-1 1,-1 4-1,-5 10 199,1 1 0,1 1 0,1-1 0,0 1 0,1-1 0,0 1 0,1 22 0,-5 46 640,4-1 1,12 128-1,-5-172-621,2 0-1,2-1 1,1 0-1,3 0 0,0-1 1,3-1-1,27 52 1,-38-82-217,-1 0 0,1 0 0,1 0 0,-1-1 0,1 0 0,0 0-1,1 0 1,-1 0 0,10 6 0,-15-12-38,1 1-1,-1-1 0,0 0 0,0 0 1,0 0-1,1 0 0,-1 0 0,0 1 1,0-1-1,1 0 0,-1 0 0,0 0 0,0 0 1,1 0-1,-1 0 0,0 0 0,0 0 1,1 0-1,-1 0 0,0 0 0,1 0 1,-1 0-1,0 0 0,0 0 0,1 0 0,-1 0 1,0 0-1,0 0 0,1-1 0,-1 1 1,0 0-1,0 0 0,0 0 0,1 0 1,-1-1-1,0 1 0,0 0 0,0 0 0,1 0 1,-1-1-1,0 1 0,0 0 0,0 0 1,0-1-1,0 1 0,0 0 0,1 0 1,-1-1-1,0 1 0,0 0 0,0 0 0,0-1 1,0 1-1,0 0 0,0 0 0,0-1 1,0 1-1,0-1 0,-2-11-303,0 0 0,0 0-1,-1 0 1,-1 0 0,-8-19 0,3 7 44,-26-77-657,-68-174-412,97 260 1321,-1 1 0,0-1-1,-1 1 1,-1 1 0,0-1 0,-15-15 0,21 26 57,0 0-1,-1 0 1,1 1 0,0-1 0,-1 1-1,1 0 1,-1 0 0,0 0-1,1 0 1,-1 1 0,0-1-1,0 1 1,0 0 0,0 0 0,-1 1-1,1-1 1,0 1 0,0 0-1,0 0 1,0 0 0,-1 1-1,1-1 1,0 1 0,0 0-1,0 0 1,0 1 0,0-1 0,0 1-1,-6 3 1,-3 3 100,1 1 0,0-1 0,0 2 0,1 0 0,0 0 0,1 1 0,0 0 0,1 1 0,0 0 0,1 0-1,0 1 1,1 0 0,-9 24 0,2-2 214,3 1 0,1 0 0,1 1 0,-5 49 0,10-43-84,2 0 0,2 1 0,2-1 1,1 0-1,2 0 0,19 69 0,-15-78-121,2-1 0,1 0-1,1-1 1,2 0 0,2-1 0,0-1 0,2 0 0,37 42-1,-50-64-102,0-1 0,1-1 0,1 1-1,-1-1 1,12 7 0,-18-12-67,0 0 0,0-1 0,0 1 0,1 0-1,-1-1 1,0 1 0,1-1 0,-1 1 0,1-1 0,-1 0 0,0 0 0,1 1 0,-1-1 0,1 0 0,-1 0-1,1 0 1,-1-1 0,0 1 0,1 0 0,-1 0 0,1-1 0,-1 1 0,0-1 0,1 1 0,-1-1-1,0 0 1,1 1 0,-1-1 0,0 0 0,0 0 0,0 0 0,0 0 0,0 0 0,0 0 0,0 0-1,0 0 1,0-1 0,-1 1 0,1 0 0,0 0 0,-1-1 0,1 1 0,0-2 0,4-12-355,-1-1 0,-1 0-1,0 1 1,-1-1 0,0 0 0,-2-25 0,1 22 29,-18-680-8182,4 577 7622,-6-1 0,-5 2 0,-64-193-1,82 298 921,-1-5 10,-1 0-1,-1 0 1,-12-19 0,19 35 30,-1 1-1,1 0 0,-1 0 1,0 0-1,0 1 1,-1-1-1,1 1 1,-1 0-1,0 0 1,0 0-1,0 0 1,0 0-1,0 1 1,-1 0-1,1 0 0,-1 0 1,1 1-1,-1-1 1,-7 0-1,-1 1 170,1 2 1,0 0-1,-1 0 0,1 1 0,0 0 0,0 1 0,0 1 0,0 0 0,1 0 0,-1 1 0,1 1 0,-13 8 0,4-2 139,2 1 0,0 1 0,0 1-1,1 0 1,-27 32 0,29-25-110,0 1-1,1 0 1,1 1 0,1 1 0,1 0 0,1 0-1,2 1 1,0 0 0,2 0 0,1 1 0,1 0-1,1 0 1,2 0 0,3 49 0,-2-67-155,1 0 0,0 0 0,1-1 0,0 1 1,1-1-1,-1 1 0,2-1 0,-1 0 0,1 0 0,0 0 0,1 0 1,0-1-1,0 0 0,1 0 0,-1 0 0,1 0 0,1-1 0,0 0 1,-1-1-1,2 1 0,-1-1 0,1-1 0,-1 0 0,1 0 0,0 0 1,1-1-1,-1 0 0,11 2 0,-4-1 95,1 0 0,-1-2 0,1 0 0,-1-1 0,1 0 0,-1-1-1,1-1 1,0-1 0,-1 0 0,25-7 0,-23 4-456,1-2 0,-1 0 0,0-1 0,-1 0 0,0-2 0,0 0 0,-1 0-1,26-25 1,202-225-5096,-19-20 1344,-192 238 3601,204-275-1471,-180 232 1434,83-168-1,-134 242 570,0 0-1,0-1 1,-1 1 0,-1-1-1,0 0 1,2-20 0,-5 29-77,0 1 0,0-1 0,0 1 0,0-1 0,-1 0 1,1 1-1,-1-1 0,0 1 0,0-1 0,0 1 0,0-1 1,0 1-1,0 0 0,-1 0 0,1-1 0,-1 1 0,1 0 1,-1 0-1,0 1 0,0-1 0,0 0 0,0 0 0,0 1 1,0 0-1,0-1 0,-1 1 0,1 0 0,0 0 0,-1 0 1,1 0-1,-1 0 0,1 1 0,-1-1 0,0 1 0,-3-1 1,-6 0 263,-1 0 0,1 1 0,-1 0-1,1 1 1,-23 4 0,-65 20 1584,88-21-1679,-96 30 1045,2 4-1,2 6 1,1 4 0,3 4 0,3 5-1,-125 94 1,172-112-851,-59 59 0,96-86-341,2 0 0,-1 2-1,2-1 1,0 1 0,0 1 0,2 0 0,0 0 0,0 1 0,-8 27 0,15-41-62,0 0 0,0 1 0,1-1 0,-1 0 0,1 1 0,0-1 0,0 1 0,0-1 0,0 0 0,0 1 0,0-1 0,0 1 0,1-1 0,-1 0 0,1 1 0,0-1 0,0 0 0,0 0 0,0 0 0,0 1 0,0-1 0,0 0 0,1 0 0,-1-1 0,1 1 0,0 0 0,-1 0 0,1-1 0,0 1 0,0-1 0,0 0 0,0 1 0,4 1 0,2 0 0,1-1 0,-1 0 0,0 0 0,0-1 0,1 0 0,-1 0 0,1-1 0,16-2 0,8-2-23,-1-1 1,0-1 0,33-12 0,93-40-1064,-93 33 240,382-166-1897,-379 153 2940,-57 28 1,-11 10-192,0 0 0,0 0-1,0-1 1,0 1 0,0 0-1,0 0 1,0 0 0,0 0 0,0-1-1,-1 1 1,1 0 0,0 0-1,0 0 1,0 0 0,0-1 0,0 1-1,0 0 1,0 0 0,-1 0-1,1 0 1,0 0 0,0 0 0,0-1-1,0 1 1,0 0 0,-1 0-1,1 0 1,0 0 0,0 0 0,0 0-1,-1 0 1,1 0 0,0 0-1,0 0 1,0 0 0,0 0 0,-1 0-1,1 0 1,0 0 0,0 0-1,0 0 1,-1 0 0,1 0 0,0 0-1,-26 1 218,0 0-1,0 2 0,1 1 1,-27 8-1,22-6-96,-71 16 143,2 5-1,1 4 1,1 4-1,2 4 1,-139 80-1,217-109-225,0 1-1,-16 15 0,32-25-27,-1 0 0,1 0 0,0 0 0,-1 0 0,1 0 0,0 1 0,0-1 0,0 1 0,0-1 0,0 1 0,0-1 0,0 1 0,0 0 0,1-1 0,-1 1 0,1 0 0,-1-1 0,0 4 0,2-4 0,0 0 1,0 0 0,-1 0 0,1 0 0,0 0 0,0 0 0,0 0 0,0-1 0,0 1 0,0 0 0,1-1 0,-1 1 0,0-1 0,0 1 0,0-1 0,0 1 0,1-1 0,-1 0 0,0 0 0,1 1 0,-1-1 0,0 0 0,0 0 0,1 0 0,-1-1 0,2 1 0,40-2-248,0-1 1,0-3 0,70-18-1,-65 14 80,22-5-306,164-42 302,-223 53 191,-13 2 20,-21 4 85,-267 49 288,271-43-226,43-10-58,69-10-840,106-27-1,-181 33 973,-43 10-80,10-1-114,-61 10 177,-131 43 0,166-42-211,0 2 0,2 2 0,0 2 0,-69 46 0,107-65-44,-7 5 6,0 0-1,1 1 1,-12 11 0,18-17-6,1-1 0,-1 1 1,0 0-1,1-1 1,-1 1-1,0 0 1,1-1-1,-1 1 1,1 0-1,-1 0 0,1 0 1,-1 0-1,1-1 1,0 1-1,0 0 1,-1 0-1,1 0 1,0 0-1,0 0 0,0 0 1,0 0-1,0 0 1,0 0-1,0 0 1,0 0-1,0 0 0,0-1 1,1 1-1,-1 0 1,0 0-1,1 0 1,-1 0-1,0 0 1,1 0-1,-1-1 0,1 1 1,0 0-1,-1 0 1,1-1-1,-1 1 1,1 0-1,0-1 0,0 1 1,-1-1-1,1 1 1,0-1-1,0 1 1,0-1-1,0 0 1,1 1-1,13 3 63,0 0-1,0-1 1,0-1-1,1 0 1,-1-1 0,23-1-1,-21 0-15,130-5-1381,0-6 1,280-59-1,-33-37-2750,-11-22 3421,-305 100 962,-58 20-59,-20 9-237,0 0-1,0 0 1,0 0 0,0 0-1,0 0 1,0-1 0,0 1-1,0 0 1,0 0 0,-1 0 0,1 0-1,0 0 1,0 0 0,0 0-1,0 0 1,0 0 0,0 0-1,0 0 1,0 0 0,0-1 0,0 1-1,0 0 1,0 0 0,0 0-1,0 0 1,0 0 0,0 0-1,0 0 1,1 0 0,-1 0 0,0 0-1,0 0 1,0 0 0,0 0-1,0-1 1,0 1 0,0 0 0,0 0-1,0 0 1,0 0 0,0 0-1,0 0 1,0 0 0,0 0-1,0 0 1,0 0 0,0 0 0,1 0-1,-1 0 1,0 0 0,-36 6 868,-676 211 3172,688-209-3934,-13 5 373,35-12-284,7-3-78,60-22-1123,396-199-2333,-394 184 3518,-49 23 70,-18 16-248,0-1 0,1 1 1,-1 0-1,0 0 0,0 0 1,0-1-1,0 1 0,0 0 1,0 0-1,1-1 1,-1 1-1,0 0 0,0 0 1,0-1-1,0 1 0,0 0 1,0 0-1,0-1 1,0 1-1,0 0 0,0-1 1,0 1-1,0 0 0,-1 0 1,1-1-1,0 1 0,0 0 1,0 0-1,0-1 1,0 1-1,0 0 0,-1 0 1,1 0-1,0-1 0,0 1 1,0 0-1,0 0 0,-1-1 1,-3 0 82,0 0 1,0 0-1,0 1 0,-1-1 1,1 1-1,0-1 0,0 1 1,-8 1-1,-111 8 1074,1 6-1,-139 34 1,-236 87 243,179-27-1181,301-101-225,1-1 0,-18 13 1,32-20-3,1 1 0,0-1 0,0 1 0,0 0 0,0-1 0,0 1 0,0 0 0,0 0 0,0 0 0,0 0 0,0 0 0,1 0 0,-1 0 0,0 0 0,1 0 0,-1 0 0,1 0 0,-1 0 0,1 0 0,-1 2 0,1-2 0,1-1 0,0 1 0,-1-1 0,1 1 0,-1-1 0,1 1 0,0-1 0,0 1 0,-1-1 0,1 0 0,0 1 0,0-1 0,-1 0 0,1 0 0,0 1 0,0-1 0,0 0 0,-1 0 0,1 0 0,0 0 0,0 0 0,0 0 0,0 0 0,-1-1 0,1 1 0,1 0 0,18-4-163,-1-1 1,0 0-1,0-1 1,-1-1-1,0-1 1,19-10-1,-20 9 115,40-19-16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9:57:38.4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9:57:56.1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5232 2154 4915,'0'2'41,"0"-1"0,0 1 1,-1 0-1,1-1 0,-1 1 0,1-1 1,-1 1-1,1 0 0,-1-1 0,0 0 0,0 1 1,0-1-1,0 1 0,0-1 0,0 0 0,0 0 1,0 1-1,0-1 0,-3 2 0,-32 16 779,22-12-454,-75 37 893,2 4 0,3 4 0,1 3 0,-103 92 0,78-43 438,-108 134 1,-70 136 258,265-345-1860,-18 24 87,1 2 0,4 1 0,-41 87 0,67-114 140,8-29-319,0 0 1,0 0-1,0 0 1,0 1 0,0-1-1,0 0 1,0 0-1,0 0 1,0 0-1,0 0 1,0 1-1,0-1 1,0 0-1,0 0 1,0 0-1,0 0 1,1 0-1,-1 1 1,0-1-1,0 0 1,0 0-1,0 0 1,0 0 0,0 0-1,0 0 1,1 0-1,-1 0 1,0 1-1,0-1 1,0 0-1,0 0 1,0 0-1,1 0 1,-1 0-1,0 0 1,0 0-1,0 0 1,0 0-1,1 0 1,-1 0-1,0 0 1,0 0-1,0 0 1,0 0 0,0 0-1,1 0 1,-1 0-1,0 0 1,0 0-1,0-1 1,0 1-1,0 0 1,1 0-1,-1 0 1,0 0-1,0 0 1,0 0-1,0 0 1,0 0-1,0-1 1,0 1-1,1 0 1,4-5-70,1 0 1,-1-1-1,0 1 0,6-10 1,12-21-373,-1 0 0,-2-1-1,18-47 1,38-126-850,5-75 166,0-1 103,-67 252 908,-7 27 218,-3 10 15,1 19 138,-5-18-218,8 52 263,30 155 389,-32-187-629,1 0 0,1-1 0,1 1 0,1-2 0,2 1 0,20 31 0,-26-47-24,0 1 0,0-1-1,1 0 1,0-1 0,0 0 0,1 0-1,-1 0 1,1-1 0,1 0 0,-1 0-1,1-1 1,0 0 0,-1-1 0,2 0-1,-1-1 1,0 1 0,17 1-1,-11-3 28,1-1-1,-1-1 1,1 0-1,0 0 0,-1-2 1,0 0-1,0-1 1,0 0-1,0-1 0,18-9 1,26-16-587,-1-3-1,-2-2 1,-1-3 0,96-86 0,-77 52-162,-3-2 0,93-127 0,-112 128 243,-4-1-1,44-92 1,-72 123 301,-1-2 1,-2-1 0,-2 0 0,-2-1-1,11-71 1,-23 107 117,0 0-1,0-1 0,-1 1 1,-2-15-1,2 24 32,0 1 1,0-1-1,-1 1 0,1-1 1,0 0-1,-1 1 1,1-1-1,-1 1 0,1-1 1,-1 1-1,0-1 0,1 1 1,-1-1-1,0 1 0,0 0 1,0-1-1,0 1 0,-1 0 1,1 0-1,0 0 0,0 0 1,-1 0-1,1 0 0,0 0 1,-1 0-1,1 1 1,-1-1-1,1 0 0,-1 1 1,1 0-1,-1-1 0,0 1 1,1 0-1,-1-1 0,0 1 1,1 0-1,-1 0 0,-1 1 1,-3 0 61,1 0 0,-1 1 0,1 0 0,-1 0 0,1 1 0,0-1 0,0 1 0,0 0 0,1 1 0,-1-1 0,-4 5 0,-49 53 668,56-60-726,-109 138 1481,-97 156-1,132-178-607,-99 204-1,147-259-728,2 1 0,4 2-1,2 0 1,3 1 0,-12 94-1,27-143-125,-3 50 80,5-63-97,0 0 0,1 0 0,-1 0 0,1 0-1,-1 0 1,1 0 0,1 0 0,-1 0 0,0 0 0,1 0 0,0-1 0,3 6 0,-4-8-8,0 0 1,0 0 0,0 0 0,0 0-1,1 0 1,-1 0 0,0 0-1,0-1 1,1 1 0,-1-1 0,0 1-1,1-1 1,-1 1 0,1-1 0,-1 0-1,1 0 1,-1 1 0,1-1-1,-1 0 1,1 0 0,-1-1 0,0 1-1,1 0 1,-1 0 0,1-1-1,-1 1 1,1-1 0,1 0 0,3-2-66,-1 1 0,0-1 0,1-1 0,-1 1 1,0-1-1,5-4 0,10-14-289,-1-1 0,0-1-1,-2 0 1,-1-1 0,20-40 0,-12 21-22,119-226-1099,-115 208 1113,-2-1 1,25-96-1,-48 149 345,0-1 0,0 0 0,-1 0 0,-1-1 0,0 1 0,0 0 0,-1-1 0,-1 1-1,-1-11 1,1 20 21,1 0-1,-1 0 1,0 0-1,1 0 1,-1 1-1,0-1 0,0 0 1,0 1-1,0-1 1,-1 1-1,1-1 1,0 1-1,-1-1 0,1 1 1,-1 0-1,1 0 1,-1 0-1,1 0 1,-1 0-1,-2-1 0,-1 0 39,1 1-1,-1 0 0,0 0 0,1 1 0,-1-1 0,0 1 0,-8 0 1,0 2 60,1-1 0,0 2 1,-1 0-1,1 0 1,0 1-1,-19 9 1,-1 3 259,-36 26 1,-11 13-70,4 4 0,2 3 0,-93 101 0,159-155-293,-92 108 179,91-104-156,0 0 0,1 0 0,0 1 0,1 0 0,0 0 1,1 0-1,0 1 0,-3 17 0,8-29-21,-1 0 0,0 0 1,1 0-1,0 1 0,0-1 0,0 0 1,0 0-1,0 1 0,0-1 0,0 0 0,1 0 1,-1 0-1,1 1 0,-1-1 0,1 0 1,0 0-1,0 0 0,0 0 0,0 0 0,0 0 1,1 0-1,-1-1 0,1 1 0,-1 0 1,1-1-1,-1 1 0,1-1 0,0 1 0,0-1 1,0 0-1,0 0 0,3 2 0,2-1 47,0-1 0,0 1-1,0-1 1,0 0-1,0-1 1,0 0 0,0 0-1,0 0 1,9-2-1,8-2-138,0-2 1,-1 0-1,0-1 0,0-1 0,-1-1 0,29-17 0,118-84-1098,-109 66 804,74-72 1,-113 95 298,0-1 1,-2 0 0,0-2 0,-2 0 0,0-1 0,16-35 0,-31 57 66,0 0 0,-1-1 1,0 1-1,1 0 1,-1 0-1,-1-1 0,1 1 1,0-1-1,-1 1 1,0-1-1,1 1 0,-1-1 1,-1 1-1,1-1 1,-1 1-1,1-1 0,-2-4 1,0 6 20,1 0-1,-1 0 1,0 0-1,1 0 1,-1 0 0,0 0-1,0 0 1,0 1 0,-1-1-1,1 1 1,0-1 0,-1 1-1,1 0 1,0 0 0,-1 0-1,1 0 1,-1 1-1,0-1 1,1 1 0,-1-1-1,0 1 1,-3 0 0,-12-1 31,0 1 1,1 1 0,-1 0-1,0 1 1,-25 7 0,32-6-26,1 0 0,0 0 0,0 1-1,0 0 1,0 1 0,1 0 0,0 0 0,0 1 0,0 0 0,-10 11 0,18-17-13,0 1 0,0-1 0,0 1 0,0 0 0,1-1 0,-1 1 0,0 0 0,1 0 0,-1-1 0,0 1 0,1 0 0,-1 0 0,1 0 0,0 0 0,-1 0 0,1 0-1,0 0 1,-1 0 0,1 0 0,0 0 0,0 0 0,0 0 0,0 0 0,0 0 0,0 0 0,0 0 0,0 0 0,0 0 0,1 0 0,-1 0 0,0 0 0,1 0 0,-1 0 0,0 0 0,2 1 0,0 0 14,0-1 0,0 1 0,1-1 0,-1 0 0,0 0 0,1 0 0,-1 0 0,1 0 0,-1-1 0,1 1 0,0-1 0,-1 1 0,1-1 0,3 0 0,17-1-93,1 0 1,-1-2 0,0 0 0,0-2-1,0-1 1,39-14 0,-17 1-178,0-1 1,53-33-1,-85 44 214,10-4-24,-1-1 0,0-1 0,24-23 0,-95 68 417,22-14-213,27-16-145,0 0 0,0 0 0,0 1 0,0-1 0,-1 0 0,1 0 0,0 0 0,0 0 0,0 0 0,0 0 0,0 0 0,-1 0 0,1 0 0,0 0 0,0 0 0,0 0 0,0 0 0,-1 0 0,1 0 0,0 0 0,0 0 0,0 0 1,0 0-1,-1 0 0,1 0 0,0 0 0,0 0 0,0 0 0,0 0 0,-1 0 0,1 0 0,0 0 0,0 0 0,0 0 0,0 0 0,0 0 0,0-1 0,-1 1 0,1 0 0,0 0 0,0 0 0,0 0 0,0 0 0,0-1 0,0 1 0,0 0 0,0 0 0,9-18-373,75-90-1048,34-47 263,25-63 337,40-58 155,-134 212 639,-47 63 46,-1-1 1,0 0 0,1 1 0,-1 0 0,1-1 0,0 1-1,-1 0 1,1 0 0,0-1 0,0 2 0,0-1 0,-1 0-1,1 0 1,0 0 0,3 0 0,-4 1-5,0 0 0,0 1-1,0-1 1,-1 0 0,1 0 0,0 1 0,0-1-1,-1 0 1,1 1 0,0-1 0,0 1-1,-1-1 1,1 1 0,-1-1 0,1 1 0,0-1-1,-1 1 1,1 0 0,-1-1 0,0 1-1,1 0 1,-1-1 0,1 1 0,-1 0 0,1 1-1,1 6 74,0 0 0,-1 0-1,0 0 1,0 0-1,-1 0 1,0 9-1,-18 362 1720,1-45-927,14-194-522,1-136-373,-2-10-37,-12-24-119,9 16 76,0 0-1,-15-21 1,21 33 107,-1 0-1,0-1 1,0 1-1,0 0 1,0 0-1,-1 0 0,1 0 1,0 1-1,-1-1 1,0 0-1,1 1 1,-1 0-1,0 0 1,1 0-1,-1 0 0,0 0 1,-6-1-1,6 3 18,1 0 0,-1 0 0,0 0 0,1 0 0,-1 0 0,1 0 0,-1 1 0,1-1 0,0 1 0,-1-1 0,1 1 0,0 0 0,0 0 0,0 0 0,1 0 0,-1 1 0,0-1 0,1 0-1,-1 1 1,1-1 0,-1 4 0,-14 25 203,2-1 0,1 2 0,1 0-1,-8 37 1,-20 140 444,37-193-631,-52 551 945,47-446-910,7-99 11,-9 41-1,10-61-85,0-1 1,0 1-1,-1-1 0,1 1 1,0-1-1,-1 1 0,1-1 1,-1 1-1,1-1 0,-1 0 1,0 1-1,0-1 0,0 0 1,0 0-1,0 0 1,0 1-1,0-1 0,0 0 1,0 0-1,0 0 0,0-1 1,-1 1-1,-1 1 0,2-2-28,-1-1 0,1 1 0,-1-1 0,1 0 0,0 1 0,-1-1-1,1 0 1,0 0 0,0 0 0,0 1 0,-1-1 0,1-1 0,0 1-1,0 0 1,0 0 0,1 0 0,-1 0 0,0-1 0,0 1 0,1 0-1,-1-1 1,0-1 0,-7-15-202,0 0 0,2 0-1,0 0 1,-7-38 0,-3-84-549,13 115 622,-23-482-2214,27 375 1554,7 1 1,5 1-1,47-205 1,-51 302 949,-6 30 136,-1 9-123,1 17 129,-15 326 1750,-30 3-979,17-150-272,25-200-769,-2 15 48,0 0 1,0-1 0,-2 0-1,-10 29 1,14-44-52,0 0-1,0 0 0,-1 1 1,1-1-1,-1 0 1,1 0-1,-1 0 1,1 0-1,-1 0 1,0 0-1,1 0 1,-1 0-1,0-1 0,0 1 1,0 0-1,0 0 1,1-1-1,-1 1 1,0 0-1,0-1 1,-1 1-1,1-1 0,0 1 1,0-1-1,0 0 1,0 1-1,0-1 1,0 0-1,-1 0 1,1 0-1,0 0 1,0 0-1,0 0 0,0 0 1,-1 0-1,1 0 1,0-1-1,0 1 1,0 0-1,0-1 1,0 1-1,0-1 0,0 1 1,0-1-1,0 1 1,0-1-1,0 0 1,-1-1-1,-4-3-46,0-1 0,0 0 0,1-1 0,-1 1 0,-4-10-1,2 4 46,-1-1 0,0 1 0,-1 0 0,-22-20-1,26 27 36,0 1-1,-1-1 0,0 1 0,0 1 1,0-1-1,-1 1 0,1 0 1,-1 1-1,1 0 0,-1 0 1,-14-1-1,-35-1 334,0 3-1,-107 12 1,-112 33 237,-25 21-253,271-59-258,30-6-94,0 0 1,0 0-1,0 0 0,-1 0 1,1 0-1,0 0 0,0 0 1,0 0-1,0 0 0,0 0 0,-1 0 1,1 0-1,0 0 0,0 0 1,0 0-1,0 0 0,0 0 1,-1-1-1,1 1 0,0 0 1,0 0-1,0 0 0,0 0 0,0 0 1,0 0-1,0 0 0,-1 0 1,1 0-1,0-1 0,0 1 1,0 0-1,0 0 0,0 0 1,0 0-1,0 0 0,0 0 0,0-1 1,0 1-1,0 0 0,0 0 1,0 0-1,0 0 0,0 0 1,0-1-1,0 1 0,0 0 1,0 0-1,0 0 0,0 0 0,0 0 1,0-1-1,0 1 0,0 0 1,0 0-1,0 0 0,0 0 1,0 0-1,0 0 0,0-1 1,0 1-1,1 0 0,-1 0 0,0 0 1,0 0-1,0 0 0,0 0 1,0 0-1,1 0 0,43-32 169,190-119-2162,-8-10 1,238-218-1,-446 363 1965,45-45-164,-57 55 131,-1-1-1,1 0 1,-1-1-1,0 1 1,0-1-1,5-14 1,-9 21 61,-1-1-1,1 1 1,-1 0 0,0-1 0,1 1 0,-1-1-1,0 1 1,0-1 0,0 1 0,0-1-1,0 1 1,0-1 0,-1-2 0,1 4 4,0-1 1,-1 0-1,1 1 0,0-1 1,-1 1-1,1-1 1,-1 1-1,1-1 1,-1 1-1,1-1 1,-1 1-1,1-1 0,-1 1 1,1 0-1,-1-1 1,1 1-1,-1 0 1,0-1-1,1 1 0,-1 0 1,0 0-1,0 0 1,-3-1 51,-1 1 0,1 0 1,0 1-1,0-1 1,0 1-1,-1 0 0,1 0 1,0 0-1,0 0 0,-4 2 1,-50 26 620,1 2 0,-75 53 1,108-68-598,-354 249 922,268-180-594,-130 132 1,202-180-284,27-28-39,7-10-144,12-22-396,43-71-825,102-141 0,-122 190 1119,-7 11 53,-5 8 47,-1-1-1,-1-1 1,14-30 0,-30 55 76,0 1-1,0-1 1,0 0 0,0 0 0,0 0-1,-1 1 1,1-1 0,-1 0 0,0 0-1,0 0 1,0 0 0,0 0 0,0 0 0,-1 0-1,-1-4 1,1 5 3,0 0 1,0 0-1,-1 0 1,1 1-1,0-1 0,-1 0 1,0 1-1,1-1 1,-1 1-1,0 0 0,0-1 1,0 1-1,0 0 1,0 0-1,0 0 0,0 1 1,0-1-1,0 0 1,-1 1-1,1-1 0,-3 1 1,-10-2 111,0 1 1,0 0 0,1 1-1,-1 1 1,0 0-1,-20 5 1,-98 29 664,19 4-139,2 5 0,-132 72 1,-194 149 548,148-55-666,256-181-452,1 1 0,1 2 1,2 1-1,1 1 0,-44 69 1,65-87-41,0 0 1,1 0-1,0 1 1,2 0-1,0 0 1,1 0-1,0 1 1,2 0-1,0-1 1,1 1-1,1 0 1,0 0-1,6 33 1,-4-37-6,2 1 1,-1-1-1,2-1 1,0 1 0,0-1-1,1 1 1,1-2-1,0 1 1,1-1-1,0 0 1,1 0-1,0-1 1,1-1-1,0 1 1,1-2-1,0 1 1,16 9-1,-20-15-64,1 0 0,-1-1 0,1 0 1,0 0-1,0-1 0,0 0 0,0 0 0,1-1 0,-1 0 0,0-1 0,1 0 0,-1 0 0,0 0 0,1-1 1,-1-1-1,0 1 0,0-1 0,0-1 0,14-5 0,11-7-459,1-2 0,-2-1 0,38-27 0,-37 23-11,140-97-2761,209-187 1,123-167-998,-421 392 3922,-18 17-2,282-300-745,-335 349 1043,28-39-117,-38 50 135,0-1 0,0 0 0,-1 0 0,1 0 0,-1 0 0,-1 0 0,1 0 0,1-9 0,-3 13 26,0 0 0,0-1 1,0 1-1,0 0 0,0 0 1,0 0-1,0 0 0,-1 0 1,1 0-1,0 0 0,-1 0 1,1 0-1,-1-1 0,1 2 1,-1-1-1,1 0 0,-1 0 1,0 0-1,0 0 0,1 0 1,-1 0-1,0 1 0,0-1 1,0 0-1,0 1 0,0-1 1,0 0-1,0 1 0,0-1 1,0 1-1,0 0 0,0-1 1,-1 1-1,-44-5 648,42 5-599,-45 1 514,1 2 1,-1 2-1,1 2 0,-64 18 1,22 2 424,-118 51 0,46-1-167,4 7 0,-154 110 0,286-177-781,-26 17 47,49-31-69,0-1 0,0 1 0,0-1-1,1 1 1,-1 0 0,1 0 0,-1 0 0,1 0 0,0 0-1,-3 7 1,5-10-17,0 1-1,0 0 0,0-1 0,0 1 1,0 0-1,0-1 0,0 1 1,0 0-1,0-1 0,0 1 0,1 0 1,-1-1-1,0 1 0,0 0 1,1-1-1,-1 1 0,0-1 1,1 1-1,-1-1 0,1 1 0,-1-1 1,1 1-1,-1-1 0,1 1 1,-1-1-1,1 1 0,-1-1 0,1 0 1,-1 1-1,1-1 0,0 0 1,-1 0-1,1 1 0,0-1 1,-1 0-1,1 0 0,0 0 0,0 0 1,15 3 178,-1-1 0,1-1 1,0 0-1,-1-1 0,1-1 0,0 0 1,-1-1-1,17-5 0,287-69-266,-1-28-1971,-153 49 1420,-139 46 543,186-68-540,-175 56 621,-31 12 127,-6 9-114,-1-1-1,1 1 0,-1-1 1,1 1-1,-1 0 1,1-1-1,-1 1 0,0 0 1,1 0-1,-1-1 1,0 1-1,1 0 0,-1 0 1,0 0-1,1 0 1,-1 0-1,0 0 0,1 0 1,-1 0-1,0 0 1,0 1-1,-15 0 79,0 1-1,1 1 1,-1 1-1,1 0 1,-27 11-1,-73 43 145,86-41-171,1 1-1,1 1 1,-26 24 0,32-18 145,21-25-209,0 0 0,0 0-1,0 0 1,-1 0 0,1 0 0,0 0 0,0 1 0,0-1 0,0 0-1,0 0 1,0 0 0,0 0 0,0 0 0,0 1 0,0-1-1,0 0 1,0 0 0,0 0 0,0 0 0,0 0 0,0 1 0,0-1-1,0 0 1,0 0 0,0 0 0,0 0 0,0 0 0,0 0-1,0 1 1,0-1 0,1 0 0,-1 0 0,0 0 0,0 0-1,0 0 1,0 0 0,0 0 0,0 1 0,0-1 0,0 0 0,1 0-1,-1 0 1,0 0 0,0 0 0,0 0 0,0 0 0,0 0-1,1 0 1,-1 0 0,0 0 0,19-5 68,8-10-466,-1-1-1,39-31 1,-31 23 177,523-400-2449,-538 409 2637,2-1 33,0-1 0,32-35 0,-52 51 6,0 0 1,0 0-1,0 0 1,0 0-1,-1 0 1,1 0-1,0 0 1,-1 0-1,1 0 1,-1 0-1,1 0 1,-1 0-1,1 0 1,-1-1 0,0 1-1,0 0 1,1 0-1,-1 0 1,0-1-1,0 1 1,-1-2-1,1 2 8,-1 0 0,0 0 0,0 1 0,0-1 0,0 0 0,0 0 0,0 0 0,0 1-1,0-1 1,0 1 0,0-1 0,-1 1 0,1-1 0,0 1 0,0-1 0,0 1 0,-1 0 0,1 0 0,0 0 0,-3 0 0,-14-2 119,-1 2 0,1 0 0,-1 1 1,1 1-1,-1 1 0,-29 8 1,-111 42 221,133-43-325,-114 46 271,108-46-104,32-9-196,0-1-1,0 0 1,-1 0 0,1 0-1,0 0 1,0 0 0,0 0 0,0 0-1,-1 0 1,1 0 0,0 0-1,0 0 1,0 0 0,0 0-1,-1 0 1,1 0 0,0 0 0,0 0-1,0 0 1,0 0 0,-1 0-1,1 0 1,0-1 0,0 1-1,0 0 1,0 0 0,0 0 0,-1 0-1,1 0 1,0 0 0,0 0-1,0-1 1,0 1 0,0 0-1,0 0 1,0 0 0,0 0 0,-1-1-1,1 1 1,0 0 0,0 0-1,0 0 1,0 0 0,0-1-1,0 1 1,0 0 0,0 0 0,0 0-1,0 0 1,0-1 0,0 1-1,0 0 1,0 0 0,0 0-1,0 0 1,0-1 0,1 1 0,-1 0-1,0 0 1,0 0 0,0 0-1,0 0 1,0-1 0,0 1-1,0 0 1,0 0 0,1 0 0,-1 0-1,0 0 1,6-7-23,1 2-1,-1-1 1,1 1 0,0 0 0,15-8-1,-1 1-113,52-33 176,-34 23 51,-1-1 0,44-38 0,-81 58 97,-12 8 49,-203 125 1177,79-44-903,-52 27 152,-179 110 145,26 22-268,305-211-592,34-28-268,10-7-98,8-6 13,0-1 0,22-14 0,201-132-1268,-9 4 532,-194 129 971,10-8-199,50-36 0,-79 47 492,-18 18-121,0-1 1,0 1-1,0 0 0,0 0 0,0 0 0,1 0 0,-1-1 0,0 1 0,0 0 1,0 0-1,0 0 0,0 0 0,0-1 0,0 1 0,0 0 0,0 0 0,0 0 1,1-1-1,-1 1 0,0 0 0,0 0 0,0 0 0,0-1 0,0 1 0,-1 0 1,1 0-1,0 0 0,0-1 0,0 1 0,0 0 0,0 0 0,0 0 0,0-1 0,0 1 1,0 0-1,0 0 0,-1 0 0,1 0 0,0-1 0,0 1 0,0 0 0,0 0 1,-1 0-1,1 0 0,-4-1 52,0 1 0,1 1 1,-1-1-1,0 0 0,1 1 1,-1 0-1,0 0 0,1 0 1,-6 3-1,-74 30 464,1 3 1,-76 49-1,60-31-250,76-43-209,-505 299 909,482-276-712,44-30-84,14-9-214,133-89-1951,-99 61 1554,356-259-2225,98-65 1174,-497 353 1491,16-10 81,1 0 1,37-15 0,-64 30 67,0 1 0,0 0 0,0 1 1,0-1-1,-5 6 0,-21 13 151,-724 539 2885,684-497-3034,45-34 154,27-30-305,0 0-1,0 0 1,0 0 0,0 0-1,-1 0 1,1 0-1,0 0 1,0 0 0,0 0-1,0 1 1,0-1-1,0 0 1,0 0 0,0 0-1,0 0 1,0 0-1,0 0 1,0 0 0,0 0-1,0 1 1,0-1-1,0 0 1,0 0-1,0 0 1,0 0 0,0 0-1,0 0 1,0 0-1,0 1 1,0-1 0,0 0-1,0 0 1,0 0-1,0 0 1,0 0 0,0 0-1,0 0 1,0 0-1,0 1 1,0-1 0,0 0-1,0 0 1,0 0-1,0 0 1,1 0 0,-1 0-1,0 0 1,0 0-1,0 0 1,0 0 0,0 0-1,0 0 1,0 0-1,0 0 1,1 1 0,-1-1-1,0 0 1,0 0-1,0 0 1,0 0 0,0 0-1,0 0 1,0 0-1,1 0 1,-1 0-1,0 0 1,0-1 0,0 1-1,22-9 204,247-162-2256,-86 50 1045,-82 60 693,126-86-222,-217 139 514,0 0-1,0-1 1,8-10 0,-18 18 31,1 1 1,0-1 0,0 0 0,-1-1-1,1 1 1,0 0 0,-1 0 0,1 0 0,-1 0-1,1 0 1,-1-1 0,0 1 0,1 0-1,-1-2 1,0 3-6,0 0 1,0-1-1,0 1 1,-1 0-1,1-1 0,0 1 1,0 0-1,0-1 0,-1 1 1,1 0-1,0-1 0,0 1 1,-1 0-1,1 0 0,0-1 1,0 1-1,-1 0 0,1 0 1,0 0-1,-1-1 1,1 1-1,0 0 0,-1 0 1,1 0-1,-1 0 0,1 0 1,0 0-1,-1 0 0,0-1 1,-4 1 61,1 0 0,-1 1 1,0-1-1,0 1 1,0 0-1,-8 3 1,-41 16 438,1 3 0,-75 44 0,122-64-481,-930 588 2746,905-569-2740,7-6 64,0 2 0,-42 38-1,61-48 31,13-9-150,18-10-416,0-2-1,26-18 1,-16 10 97,622-424-3292,-638 431 3603,-9 6 32,0-1 1,0 1-1,0-2 1,-1 1-1,-1-1 1,13-17-1,-22 27 5,-1 0-1,1 0 0,0 1 0,0-1 1,-1 0-1,1 0 0,0 0 0,0 0 0,-1 0 1,1 0-1,0 0 0,0 0 0,-1 0 1,1 0-1,0 0 0,-1 0 0,1 0 0,0 0 1,-1 0-1,1 0 0,0 0 0,0 0 1,-1 0-1,1 0 0,0 0 0,0 0 0,-1-1 1,1 1-1,0 0 0,0 0 0,-1 0 1,1 0-1,0-1 0,0 1 0,0 0 0,-1 0 1,1 0-1,0-1 0,0 1 0,0 0 1,0-1-1,0 1 0,-1 0 0,1 0 0,0-1 1,0 1-1,0 0 0,0 0 0,0-1 1,0 1-1,0 0 0,0-1 0,0 1 0,0 0 1,0 0-1,0-1 0,0 1 0,0 0 1,1-1-1,-1 1 0,0 0 0,0 0 0,0-1 1,0 1-1,0 0 0,1 0 0,-1-1 1,0 1-1,0 0 0,-15 5 152,-1 0 0,0 2 0,1 0 0,1 0 0,-26 18 0,12-8-21,11-7-61,-88 52 250,-154 118 0,218-141-205,33-26 68,8-13-184,0 0 0,0 0-1,0 0 1,0 1 0,0-1 0,0 0 0,0 0-1,0 0 1,1 0 0,-1 0 0,0 0-1,0 1 1,0-1 0,0 0 0,0 0 0,0 0-1,0 0 1,0 0 0,0 0 0,0 0-1,1 1 1,-1-1 0,0 0 0,0 0-1,0 0 1,0 0 0,0 0 0,0 0 0,1 0-1,-1 0 1,0 0 0,0 0 0,0 0-1,0 0 1,0 0 0,1 0 0,-1 0 0,0 0-1,0 0 1,0 0 0,0 0 0,0 0-1,1 0 1,-1 0 0,0 0 0,0 0 0,30-12 76,225-136-2804,-109 60 1655,734-396-2671,-679 377 3273,-87 43 315,-71 33 429,-43 30-265,1 1 1,-1 0-1,0 0 0,0-1 0,1 1 0,-1 0 0,0 0 1,1-1-1,-1 1 0,0 0 0,0-1 0,1 1 0,-1 0 1,0-1-1,0 1 0,0 0 0,0-1 0,1 1 0,-1 0 1,0-1-1,0 1 0,0-1 0,0 1 0,0 0 0,0-1 1,0 1-1,0-1 0,0 1 0,0 0 0,-1-2 0,0 2 41,0 0-1,-1-1 0,1 1 0,0 0 1,-1 0-1,1-1 0,0 1 0,-1 0 0,1 0 1,-1 1-1,1-1 0,0 0 0,-1 0 1,-1 1-1,-30 9 448,-1 1 1,2 1 0,-59 32-1,63-30-234,-1017 529 4955,731-353-4170,292-177-1016,41-23-650,223-129-2437,46-26 998,365-201 925,-606 344 1545,-43 20-231,-6 2 61,-25 12 484,-416 214 2546,14 34-1641,366-221-1474,9-6-67,-321 218 645,345-224-476,37-26-435,17-10-343,398-216-3029,-300 154 2903,44-23-109,145-84 292,-293 165 687,-18 13-224,0 0 0,0 0-1,0 0 1,0 0 0,0 0-1,0 0 1,0 0 0,-1 0 0,1 0-1,0 0 1,0 0 0,0 0 0,0 0-1,0 0 1,0 0 0,0 0 0,0 0-1,0 0 1,0 0 0,0 0-1,0 0 1,0-1 0,0 1 0,0 0-1,0 0 1,0 0 0,0 0 0,0 0-1,0 0 1,0 0 0,0 0 0,0 0-1,0 0 1,0 0 0,0 0-1,0 0 1,0-1 0,0 1 0,0 0-1,0 0 1,0 0 0,0 0 0,0 0-1,0 0 1,0 0 0,0 0 0,0 0-1,0 0 1,0 0 0,0 0-1,-33 12 456,-437 244 1007,424-226-1179,41-24-101,13-7-147,16-9-386,0-1 1,0-1-1,24-17 1,-13 8 67,6-3 17,509-325-1382,-515 320 1883,-35 29-235,1 0 1,-1-1-1,0 1 0,0 0 0,0 0 0,0 0 1,0 0-1,0 0 0,0-1 0,0 1 1,1 0-1,-1 0 0,0 0 0,0 0 0,0-1 1,0 1-1,0 0 0,0 0 0,0 0 0,0-1 1,0 1-1,0 0 0,0 0 0,0 0 0,0 0 1,0-1-1,-1 1 0,1 0 0,0 0 1,0 0-1,0-1 0,0 1 0,0 0 0,0 0 1,0 0-1,0 0 0,0 0 0,-1 0 0,1-1 1,0 1-1,0 0 0,-15-1 298,-16 8 63,1 1 0,0 1-1,-44 19 1,34-12-149,-212 89 911,-291 168-1,383-171-896,118-74-135,27-21-121,14-15-186,19-25-265,-14 25 437,19-28-342,1 1 0,2 1-1,1 2 1,44-41 0,138-106-598,-130 114 785,-66 55 112,0-2-1,-1 0 1,0 0 0,15-22-1,-25 30 53,1 1 0,-1-1 0,0 0 0,-1 0 0,1 0 0,-1 0-1,1 0 1,-1 0 0,0 0 0,0-7 0,-1 8 3,0 1 0,-1 0 0,1-1 0,0 1 0,-1 0 1,0-1-1,1 1 0,-1 0 0,0 0 0,0-1 0,0 1 0,-1 0 0,1 0 0,0 0 0,-1 1 0,1-1 1,-1 0-1,0 0 0,0 1 0,-2-3 0,-4-1-9,-1-1 0,0 1-1,0 1 1,-1-1 0,1 2 0,-1-1 0,0 1 0,-18-3-1,1 2 181,0 2 0,-31 0 0,40 2-74,1 1 1,-1 0-1,1 1 0,0 2 0,-1-1 1,1 2-1,1 0 0,-21 10 0,25-9 7,1 0 0,0 1 0,0 0 0,1 1 0,0 0-1,1 1 1,-1-1 0,2 2 0,-1 0 0,1 0 0,1 0-1,-7 13 1,-4 10 132,3 1 0,0 0 0,2 2-1,-13 58 1,15-40 111,2 2 0,-2 81 1,11-100-134,2 0 0,1 1 1,2-1-1,2-1 0,1 1 1,2-1-1,1 0 1,2-1-1,1-1 0,2 0 1,37 57-1,-27-53-41,1-1-1,3-1 1,1-1-1,1-2 1,2-1-1,1-1 1,2-3-1,0-1 1,46 25-1,-62-41-61,0 0 1,0-1-1,1-2 1,0 0-1,1-1 0,40 6 1,-54-11-112,0-1 0,0-1 0,0 1 0,0-2 0,-1 1 0,1-1 1,0 0-1,0-1 0,0 0 0,-1-1 0,1 0 0,-1 0 0,0 0 0,0-1 1,0-1-1,0 1 0,-1-1 0,1 0 0,-1-1 0,11-12 0,-9 7-121,0-2-1,-1 1 1,0-2-1,-1 1 0,0-1 1,-2 1-1,1-2 1,-2 1-1,0-1 1,3-16-1,1-25-500,3-75 0,-11 127 617,5-91-482,-4 0-1,-13-111 1,10 192 435,-1-1 0,0 0 0,-1 1 0,0 0 1,-9-18-1,10 25-1,-1 0 1,0 1-1,0 0 1,-1 0-1,0 0 0,0 0 1,0 0-1,-1 1 0,0 0 1,0 0-1,0 1 1,-10-6-1,-7-1-67,0 1-1,-1 1 1,0 1 0,-1 0 0,0 2-1,0 2 1,0 0 0,0 1-1,-30 1 1,23 2 290,0 2-1,0 1 1,1 2-1,-1 1 1,1 1 0,0 2-1,-30 12 1,29-5 9,-1 0 1,2 3-1,0 0 0,2 2 1,0 2-1,1 0 0,1 2 1,2 0-1,-23 30 0,16-15 25,3 1 1,1 2-1,1 1 0,3 0 0,-34 89 0,48-103-61,1 1 0,1-1 0,-7 57 0,14-75-78,0 1 1,1 0 0,0 0 0,1-1-1,0 1 1,1 0 0,1-1 0,0 0 0,0 1-1,1-1 1,1 0 0,6 11 0,-9-19-11,0 0 0,1 0 0,0-1 0,0 1 0,0 0 1,0-1-1,0 0 0,1 0 0,-1 0 0,1 0 0,0 0 1,0-1-1,0 0 0,0 0 0,0 0 0,1 0 0,-1-1 1,0 1-1,1-1 0,-1 0 0,1 0 0,0-1 0,-1 0 1,1 1-1,0-2 0,-1 1 0,1 0 0,-1-1 0,1 0 1,-1 0-1,6-2 0,8-3 122,-1-1 0,0-1 0,-1 0 0,0-1 0,0-1 0,25-21 0,58-52-1766,134-146 0,69-116-579,-285 324 2098,223-275-1185,-193 231 870,-2-3 0,58-118 0,-91 163 323,-1-1 0,-2 0 0,0-1 0,-2 0 1,0 0-1,-2 0 0,-1-1 0,1-33 0,-5 55 86,0 0 0,0 0 0,0-1 0,-1 1 1,1 0-1,-1 0 0,0 0 0,-1 0 0,1 0 0,-1 0 0,1 0 0,-1 1 0,0-1 0,-1 0 1,-2-3-1,2 4 36,0 1 0,1 0 0,-1 0 1,0 0-1,0 1 0,0-1 1,-1 1-1,1 0 0,0-1 0,0 1 1,-1 1-1,1-1 0,0 0 0,-1 1 1,1 0-1,-1 0 0,1 0 0,-1 0 1,-4 1-1,-18 3 171,1 1 1,0 1-1,0 1 1,1 2-1,0 0 1,0 1-1,1 2 1,-26 16-1,13-5 38,2 2 0,0 2 0,2 1 0,-35 39 0,36-33-68,1 2 1,2 1-1,2 2 0,2 0 0,1 2 1,2 0-1,2 1 0,-26 85 0,42-116-135,0-1 0,1 0 0,0 1-1,1 0 1,0-1 0,1 1-1,1 12 1,0-20-11,-1 1 0,1-1-1,0 0 1,0 0 0,1 1-1,-1-1 1,1 0 0,-1 0-1,1 0 1,0 0 0,0-1-1,0 1 1,1 0 0,-1-1-1,1 0 1,-1 1-1,1-1 1,0 0 0,0 0-1,0-1 1,0 1 0,0-1-1,0 1 1,0-1 0,5 1-1,14 4 140,-1-2 0,1 0 0,0-1-1,38-1 1,90-8 655,-104 1-842,1-2 0,-2-2 0,1-1 0,-1-3 1,-1-2-1,-1-2 0,42-22 0,-33 11-296,-1-2 0,-1-2 1,-2-3-1,-2-2 0,43-43 0,-69 61 203,-1-2 1,0 0-1,-2-1 0,19-31 0,-30 42 28,0 0 0,0-1-1,-2 1 1,1-1-1,-2 0 1,1-1 0,-2 1-1,1-1 1,-2 1-1,0-1 1,-1-23 0,0 23-12,-2-1 0,0 1 1,0 0-1,-1-1 0,-1 1 1,0 1-1,-1-1 1,0 0-1,-1 1 0,0 0 1,-1 1-1,0-1 0,-1 1 1,-1 1-1,1 0 1,-2 0-1,1 0 0,-1 1 1,-1 1-1,0 0 0,0 0 1,0 1-1,-1 0 0,0 1 1,0 0-1,-25-6 1,-2 1 297,0 2 1,-1 2-1,0 2 1,-1 1-1,1 3 1,-1 1-1,1 1 1,-62 12 0,64-7-62,1 3 1,0 1 0,1 1-1,0 2 1,1 2 0,0 1-1,1 1 1,1 2 0,-37 29-1,51-32-33,1 1-1,0 1 1,2 0-1,0 2 1,1-1-1,1 2 0,0 0 1,2 1-1,1 0 1,1 0-1,0 1 1,2 1-1,-7 32 0,4-2 192,2 0-1,3 1 1,2 0-1,7 109 1,1-114-54,2 0 0,2 0 0,3-1 0,18 54-1,-19-74-154,2 1-1,1-1 0,1-1 1,2 0-1,0-1 0,2-1 1,36 41-1,-45-58-27,0-1 0,0 1 1,1-1-1,0-1 0,1 0 0,0 0 0,0-1 0,0-1 1,1 1-1,0-2 0,0 0 0,0 0 0,0-1 0,1-1 0,-1 0 1,19 1-1,-10-4-66,0 0 0,0-2 1,0 0-1,-1-1 0,1-1 1,-1-1-1,0 0 0,0-2 0,23-12 1,11-10-701,0-2 1,-2-3-1,-2-1 1,74-70-1,-51 34-17,-4-4 1,62-86-1,-98 118 419,-2-2 1,-3 0-1,32-70 1,-51 95 167,0-1 1,-2 0-1,-1 0 1,0 0-1,-2-1 0,-1 0 1,0 0-1,-2 0 1,0 0-1,-5-37 1,4 55 141,-1 1 1,1-1 0,-1 1 0,0 0 0,0-1-1,0 1 1,-1 0 0,1 0 0,-1 0 0,0 0-1,0 0 1,-1 0 0,1 1 0,-1-1 0,1 1-1,-1 0 1,-1-1 0,1 1 0,0 1 0,-1-1-1,1 0 1,-1 1 0,0 0 0,0 0 0,1 0-1,-2 0 1,1 0 0,0 1 0,0 0 0,0 0-1,-1 0 1,1 0 0,-6 1 0,-19-2 187,0 1 1,0 1 0,0 2-1,0 1 1,-34 8 0,18 0 59,1 1-1,-68 29 1,81-27-123,1 1-1,0 2 0,2 1 1,0 1-1,1 1 1,1 1-1,1 2 1,-36 41-1,43-42-51,1 1 0,1 1 0,1 0 0,1 1 1,1 0-1,2 1 0,0 0 0,2 1 0,1 1 0,-8 44 0,14-62-47,1 0-1,1 0 1,-1 0 0,1 0 0,1 0 0,0 0 0,1 0 0,0 0-1,0 0 1,5 12 0,-5-18-16,0 0 0,0 0 0,0 0 0,1 0 0,0 0 0,0 0-1,0-1 1,0 1 0,0-1 0,1 0 0,-1 0 0,1 0 0,0 0 0,0-1 0,0 1 0,0-1 0,1 0 0,-1-1 0,0 1-1,1-1 1,-1 1 0,1-2 0,0 1 0,5 0 0,3 0 75,0-1 1,-1-1-1,1 0 0,0-1 1,-1 0-1,1-1 0,-1-1 1,14-5-1,98-49-507,-108 49 191,635-368-3456,-634 366 3624,110-80-369,-115 81 361,-1 0 1,0-1 0,0-1 0,-1 1 0,0-2 0,-1 1-1,11-23 1,-18 31 39,0 0 0,0 0 0,0 0 0,-1 0 0,0-1 0,0 1 0,0-1 0,-1 1 0,1-1 0,-1 1 0,0-1 0,-1 1 0,0-7 0,0 8 1,0 0 1,0 0-1,0 0 0,0 1 0,-1-1 0,1 0 0,-1 1 0,0-1 0,0 1 1,0-1-1,0 1 0,0 0 0,-1 0 0,1 0 0,0 0 0,-1 0 1,0 0-1,1 1 0,-1-1 0,-4-1 0,-17-4 189,-1 0 0,1 1-1,-1 2 1,0 0 0,0 2 0,-37 1 0,26 0-13,-552 1 1522,569 1-1605,1 1 0,-1 1 0,1 1 0,-1 0 0,1 1 0,0 1 0,1 1 0,0 1 0,-30 17 0,37-18-23,0 0 0,0 1 0,1 0 0,0 1-1,0 0 1,1 0 0,1 1 0,-1 0-1,2 0 1,-1 1 0,1 0 0,1 0 0,0 0-1,1 1 1,-6 20 0,6-12 41,0 0 0,1 0 1,2 1-1,0-1 0,1 1 0,0-1 1,2 1-1,1-1 0,0 0 1,2 0-1,12 36 0,-14-50-55,0 0 1,0 0-1,1-1 0,0 0 0,0 1 0,1-1 1,-1-1-1,1 1 0,0-1 0,0 0 1,1 0-1,-1 0 0,1-1 0,0 1 0,0-1 1,0-1-1,0 1 0,0-1 0,1 0 1,-1-1-1,1 0 0,-1 0 0,1 0 0,7 0 1,5-1 52,0-1 0,0 0 0,-1-1 1,1-2-1,-1 1 0,0-2 0,27-10 1,7-7-520,-1-3 1,-1-2-1,48-34 1,131-110-543,-218 163 907,-1 0-1,-1-1 0,0 0 1,0-1-1,-1 0 1,0-1-1,9-15 1,-13 20 21,-1-1 0,0 0 0,-1 0 1,0 1-1,0-1 0,0 0 0,-1-1 1,0 1-1,-1 0 0,1 0 0,-1 0 1,-1-1-1,1 1 0,-4-13 0,3 16 2,0 0-1,-1 0 1,0-1-1,1 1 1,-2 1-1,1-1 1,0 0-1,-1 1 1,0-1-1,1 1 1,-1-1-1,-1 1 1,1 0-1,0 1 1,-1-1-1,0 1 1,1-1-1,-1 1 1,-6-3-1,-5-1 54,-1 1-1,1 0 0,-1 1 0,-18-2 0,-12-2 199,-1 3-1,0 1 1,-73 5 0,96 0-118,0 2 0,1 1 0,0 0 0,-1 2 0,2 1 0,-1 1 0,1 0 0,0 2 0,-21 13 0,14-3 14,1 1 1,1 1 0,0 2-1,2 0 1,1 2 0,1 1-1,1 1 1,2 0 0,0 2 0,2 0-1,2 1 1,0 1 0,2 0-1,-19 69 1,27-77-28,-12 42 141,2 1 1,-11 107 0,27-171-206,-1-1 1,1 1 0,0 0 0,0-1-1,0 1 1,0 0 0,0 0 0,1-1-1,-1 1 1,1-1 0,0 1 0,0 0-1,0-1 1,0 1 0,0-1 0,0 0 0,1 1-1,-1-1 1,1 0 0,3 4 0,-2-5-2,-1 0 0,1 0 0,0 0 1,0-1-1,0 1 0,-1-1 0,1 0 0,0 0 1,0 0-1,0 0 0,0 0 0,0 0 1,-1-1-1,1 1 0,0-1 0,0 0 1,-1 0-1,1 0 0,0 0 0,3-3 0,17-8-318,1-1 0,-2 0-1,0-2 1,0-1-1,24-23 1,92-102-663,-123 126 913,30-33-147,-8 11-61,-2-2 0,-2-1 0,56-87 1,-83 116 176,-1-1 0,0 1 0,-1-1 1,0 0-1,0 0 0,-2 0 0,0 0 1,2-23-1,-4 27 29,0 1 1,-1 0-1,0-1 1,0 1-1,0 0 1,-1 0-1,0 0 1,0 0-1,-1 0 0,0 0 1,0 0-1,-1 1 1,0 0-1,0 0 1,0 0-1,-7-7 1,-1 2 53,-1 1 0,0 0 1,-1 1-1,0 1 1,0 0-1,-1 1 0,1 0 1,-2 1-1,1 1 1,-26-6-1,-21-1 507,-83-6 0,139 17-500,-88-6 359,0 3 0,0 4 0,-145 20 0,215-16-273,-1 0 0,2 2 0,-1 1 0,1 1 0,0 1 0,0 1 0,-36 22 0,44-22-24,0 1 1,1 1-1,0 0 0,1 0 1,1 2-1,0-1 0,1 2 1,0 0-1,1 0 0,1 1 1,-8 18-1,3 1 91,2 2 0,1 0 0,3 0 0,0 1 0,-2 56 0,8-83-103,2 1-1,-1 0 0,2 0 0,0-1 0,0 1 0,1 0 0,5 20 0,-5-28-27,0 0 0,-1 0 0,1 0 0,0 0 0,1 0 0,-1 0 0,1-1 0,0 1 0,0-1 0,0 0 0,0 1 0,0-2 0,1 1 0,-1 0 0,1-1 0,0 1 0,0-1 0,0 0 0,0 0 1,0-1-1,0 1 0,0-1 0,9 2 0,19-1 132,-1 0 0,1-2 1,0-2-1,-1-1 0,1-1 1,41-11-1,-33 4-564,0-2 1,0-2-1,-2-1 0,50-29 0,138-97-750,-208 129 1103,-9 7 33,26-16-188,-2-2 0,42-39 0,-68 56 162,0 0-1,0 0 1,-1 0 0,0-1-1,0 0 1,-1-1 0,0 1 0,-1-1-1,1 0 1,-2 0 0,1 0 0,-1 0-1,-1-1 1,1 1 0,0-17-1,-3 23 3,-1-1 0,1 0 1,-1 0-1,0 0 0,0 1 0,0-1 0,-1 0 0,1 1 0,-1-1 0,0 1 0,0 0 0,0 0 0,0-1 0,-1 1 0,1 1 0,-1-1 0,0 0 0,0 1 0,0-1 1,0 1-1,0 0 0,0 0 0,-6-2 0,-8-5-237,0 1 1,-1 1-1,-27-7 0,-15-1 104,0 3-1,-78-7 1,-127 9 1265,212 10-863,-1 3 0,0 2 0,1 2 0,0 3 0,-94 29 0,124-31-137,1 1 0,0 1 0,1 0 0,0 2 0,0 1 0,1 0 0,1 1 0,1 2 0,0-1 0,1 2 0,0 1 0,1 0 0,2 0 0,0 2 0,-18 31 0,20-25 1,0 2 0,2-1-1,1 2 1,1-1 0,2 1-1,1 0 1,1 0 0,1 0-1,2 1 1,2 29 0,-1-52-61,1-1 1,-1 1 0,2-1-1,-1 1 1,1-1-1,0 0 1,0 0 0,0 0-1,1 0 1,0 0 0,0 0-1,6 6 1,-6-8 9,1 0 0,0-1 1,0 0-1,0 1 0,1-1 0,-1-1 0,1 1 1,-1-1-1,1 1 0,0-1 0,0-1 1,0 1-1,0-1 0,0 0 0,9 1 1,6 0 63,-1 0 0,1-2-1,0-1 1,-1 0 0,1-1 0,-1-1 0,38-11 0,-32 5-260,0-1 1,0-1-1,-1-1 0,-1-1 1,25-19-1,7-11-344,-3-2 1,-1-3-1,69-86 1,-101 113 444,75-95-408,-82 99 382,-1 0 0,0-1 0,-2 0 0,0 0-1,7-22 1,-14 36 53,-1-1-1,0 0 0,1 0 1,-2 0-1,1 0 0,0 0 1,-1 0-1,0 0 0,0 0 1,-1 0-1,1 0 0,-1 0 1,0 0-1,-1 0 0,1 0 1,-1 0-1,-4-8 0,3 9 17,0 0-1,0 0 0,-1 0 1,0 0-1,0 1 0,0-1 0,0 1 1,0 0-1,0 0 0,-1 1 1,0-1-1,1 1 0,-1 0 1,0 0-1,0 1 0,0-1 0,-8 0 1,-22-3 269,-1 1 1,1 2-1,-1 2 0,1 1 1,-46 7-1,6 4 291,-110 33 0,95-15-219,1 4 1,2 4-1,1 4 0,3 4 1,1 3-1,-133 107 0,164-115-125,-79 83 0,113-106-160,1 2 0,1 0-1,0 1 1,2 0 0,0 1 0,1 0 0,-11 33-1,21-50-24,0 0 0,1 0-1,0 0 1,0 1-1,0-1 1,0 0 0,1 1-1,0-1 1,0 0-1,1 1 1,-1-1 0,1 0-1,0 1 1,3 6-1,-2-9 9,-1 0-1,1 0 0,0 1 1,1-1-1,-1-1 0,0 1 1,1 0-1,0 0 0,-1-1 1,1 1-1,0-1 0,0 0 1,1 0-1,-1 0 0,0-1 1,1 1-1,-1-1 0,1 0 1,-1 1-1,1-2 0,3 2 1,17 2 188,-1-1 0,1-1 0,44-2 0,73-14 137,-125 12-374,60-11-677,-1-2 0,0-4 0,-2-3 0,113-50 0,-96 29 121,-2-3 0,-2-5 0,83-63 1,-157 105 551,59-47-94,-63 49 140,-1 1 1,-1-1-1,1-1 0,-1 1 1,0-1-1,5-10 0,-10 17-7,-1 1 0,1-1-1,-1 1 1,1-1-1,-1 0 1,1 1 0,-1-1-1,0 0 1,1 1-1,-1-1 1,0 0 0,1 1-1,-1-1 1,0 0-1,0 0 1,0 1 0,0-1-1,0 0 1,0 0-1,0 1 1,0-1 0,0 0-1,0 0 1,0 0-1,-1 1 1,1-1 0,0 0-1,0 1 1,-1-1-1,1 0 1,-1 1 0,1-1-1,0 0 1,-1 1 0,1-1-1,-1 1 1,1-1-1,-1 1 1,0-1 0,1 1-1,-1-1 1,0 1-1,1-1 1,-1 1 0,0 0-1,1-1 1,-1 1-1,0 0 1,0 0 0,1 0-1,-2-1 1,-6 1 69,0-1-1,0 2 1,0-1 0,-11 2 0,16-1-54,-90 14 581,0 5-1,-173 61 1,-167 105 149,124-28-154,806-447-4243,-193 107 2403,-259 156 1129,-8 6 185,53-39 1,-75 44 57,-15 15-127,0 0 0,0 0-1,0-1 1,1 1 0,-1 0 0,0 0-1,0 0 1,0 0 0,0-1 0,0 1 0,0 0-1,0 0 1,0 0 0,0 0 0,0-1 0,0 1-1,0 0 1,0 0 0,0 0 0,0-1-1,0 1 1,0 0 0,0 0 0,0 0 0,0-1-1,0 1 1,0 0 0,0 0 0,0 0 0,0 0-1,0-1 1,-1 1 0,1 0 0,0 0-1,0 0 1,0 0 0,0-1 0,0 1 0,-1 0-1,1 0 1,0 0 0,-3-1 38,-1 1 1,1-1-1,0 1 0,-1 0 1,1 0-1,0 1 1,-1-1-1,-3 2 0,-64 11 464,-121 38 0,-66 43-32,236-85-441,-25 9 73,44-18-95,0 1 0,1 0 1,-1-1-1,0 1 0,0-1 0,1 0 1,-1 0-1,0 0 0,0 0 0,1 0 1,-1-1-1,0 1 0,-3-2 1,1-6-124,9-8-219,16-20-379,2 2 0,31-41 0,-19 30 314,452-613-2136,-471 638 2484,18-27-7,-31 43 74,0 1-1,0-1 0,-1 1 1,1-1-1,-1 0 0,0 1 1,0-1-1,0 0 0,0 0 0,0-4 1,-1 7-6,0 0 1,0 0 0,-1 0-1,1 0 1,0 0 0,0 0-1,-1 0 1,1 1-1,-1-1 1,1 0 0,-1 0-1,1 0 1,-1 1 0,1-1-1,-1 0 1,0 1 0,1-1-1,-1 0 1,0 1 0,1-1-1,-1 1 1,0-1 0,0 1-1,0 0 1,1-1 0,-1 1-1,0 0 1,0-1-1,0 1 1,0 0 0,0 0-1,0 0 1,0 0 0,0 0-1,1 0 1,-1 0 0,0 0-1,-2 1 1,-41 8 396,9 3-46,0 2 1,1 1-1,-46 29 1,-92 71 675,95-56-574,1 3-1,-85 91 1,114-103-300,3 2 1,2 2-1,3 2 1,-36 68-1,72-120-154,-12 25 84,-15 38-1,27-60-74,1 1 0,-1-1 0,1 1 0,1 0 0,0 0 0,0 0 0,0 0 0,1 0 0,0 0-1,2 12 1,-2-19-4,1 1 0,-1 0 0,1 0 0,0 0 0,-1 0 0,1-1 0,0 1 0,0 0 0,0-1 0,0 1 0,1-1 0,-1 1 0,0-1 0,1 0 0,-1 1 0,0-1 0,1 0 0,0 0-1,-1 0 1,1 0 0,0 0 0,-1 0 0,1-1 0,0 1 0,0 0 0,0-1 0,0 0 0,0 1 0,0-1 0,-1 0 0,4 0 0,5 0 17,-1-1 0,1 0 0,0-1 1,-1 1-1,12-5 0,29-11-553,-1-2-1,-1-1 1,0-3-1,-2-2 1,49-35 0,-17 4-498,132-124 1,-141 111 421,74-95 1,-108 118 419,-2-1 0,-3-2 0,36-73 0,-59 109 118,-2-1 1,1 1-1,-2-1 0,1 1 1,-2-1-1,0-1 1,-1 1-1,1-22 0,-3 33 61,0 0 0,0 0 0,-1 0-1,1 0 1,-1 0 0,0 0 0,0 0-1,0 0 1,0 0 0,0 1-1,-1-1 1,1 0 0,-1 1 0,0-1-1,0 1 1,0 0 0,0-1-1,0 1 1,0 0 0,0 0 0,-1 0-1,1 1 1,-1-1 0,0 0 0,-4-1-1,-1 0 104,-1 1 1,0 0-1,0 0 0,0 0 0,0 1 0,0 1 0,-17 0 1,-16 4 249,1 2 1,-1 1 0,2 3 0,-1 0 0,2 3 0,-58 27 0,10 1 494,-142 94 1,137-72-382,3 4 0,3 3 0,-144 154 0,198-187-336,1 1 1,2 1 0,-28 52 0,47-75-96,2 1 0,0 0 0,1 1 0,1 0 0,0 0 1,1 0-1,1 1 0,1-1 0,1 1 0,0 0 0,2 19 0,0-36-28,0-1-1,0 0 1,0 0-1,0 1 1,0-1-1,0 0 0,0 1 1,0-1-1,1 0 1,-1 0-1,0 1 1,1-1-1,-1 0 1,1 0-1,0 0 1,-1 0-1,1 0 0,0 0 1,0 0-1,-1 0 1,1 0-1,0 0 1,0 0-1,0 0 1,0 0-1,2 1 1,-1-2-21,0 0 0,0 0 0,0-1 1,-1 1-1,1 0 0,0-1 0,0 1 1,-1-1-1,1 1 0,0-1 0,-1 0 1,1 1-1,-1-1 0,1 0 0,-1 0 1,3-2-1,8-7-156,-1-1 0,0 0 0,12-16 0,87-118-806,-96 124 869,0-1 0,-2-1 0,0 0-1,16-48 1,-28 69 102,1 0 0,0 0 1,-1 0-1,1 0 0,-1-1 0,0 1 0,0 0 1,0-1-1,0 1 0,0 0 0,0 0 1,0-1-1,-1 1 0,1 0 0,-1 0 1,0 0-1,0 0 0,1-1 0,-2 1 1,1 0-1,0 0 0,0 1 0,0-1 0,-1 0 1,1 0-1,-1 1 0,0-1 0,1 1 1,-1-1-1,0 1 0,0 0 0,0-1 1,0 1-1,0 0 0,0 0 0,0 1 0,0-1 1,0 0-1,-1 1 0,1-1 0,-3 1 1,-11-3 86,0 1 0,0 1 0,0 0 0,-28 4 0,-14 3 42,0 2 0,0 4 0,1 1 1,0 3-1,1 3 0,2 2 0,-104 55 0,103-39 6,43-25-35,12-12-102,-1 1 1,1-1 0,0 0-1,0 0 1,0 0 0,0 0-1,0 0 1,0 0-1,0 1 1,0-1 0,0 0-1,0 0 1,0 0 0,0 0-1,0 0 1,0 1-1,0-1 1,0 0 0,0 0-1,0 0 1,0 0 0,0 0-1,0 1 1,1-1-1,-1 0 1,0 0 0,0 0-1,0 0 1,0 0 0,0 0-1,0 0 1,0 1-1,0-1 1,0 0 0,1 0-1,-1 0 1,0 0 0,0 0-1,0 0 1,0 0-1,0 0 1,1 0 0,-1 0-1,0 0 1,0 0 0,0 0-1,0 0 1,1 0 0,30-3-490,40-15-610,-1-3 0,102-47 0,-98 38 598,439-200-1376,-372 164 1598,-104 47 285,-29 14 36,0 1 0,0 0 0,0 0 0,1 0 0,0 1 0,0 1-1,17-4 1,-25 6-35,-1 0-1,0 0 0,0 0 1,1 0-1,-1 0 1,0 0-1,0 0 0,1 0 1,-1 0-1,0 0 1,0 0-1,1 0 0,-1 0 1,0 1-1,0-1 1,1 0-1,-1 0 0,0 0 1,0 0-1,1 0 0,-1 1 1,0-1-1,0 0 1,0 0-1,0 0 0,1 1 1,-1-1-1,0 0 1,0 0-1,0 1 0,0-1 1,0 0-1,0 0 0,0 1 1,1-1-1,-1 0 1,0 0-1,0 1 0,0-1 1,0 0-1,0 0 1,0 1-1,0-1 0,0 0 1,0 0-1,-1 1 0,1-1 1,0 0-1,0 0 1,0 1-1,0-1 0,0 0 1,0 0-1,0 1 1,-1-1-1,1 0 0,0 0 1,0 0-1,0 1 1,-1-1-1,1 0 0,0 0 1,-1 0-1,-6 10 100,-1-1 1,0 0-1,-1-1 0,0 0 1,-1 0-1,1-1 0,-1-1 1,-15 9-1,-236 114 1365,147-76-1030,-2 3-67,-230 103 253,295-140-404,50-18-211,0-1-1,1 0 1,-1 0 0,0 1 0,1-1 0,-1 0-1,0 0 1,0 0 0,1 0 0,-1 0 0,0 0 0,0 0-1,1 0 1,-1 0 0,0 0 0,1 0 0,-1 0-1,0 0 1,0-1 0,1 1 0,-1 0 0,0-1 0,1 1-1,-1 0 1,0-1 0,1 1 0,-1-1 0,1 1-1,-1-1 1,0 0 0,1 0-3,0 0-1,-1-1 1,1 1-1,0 0 1,0 0-1,0 0 1,1-1-1,-1 1 1,0 0 0,0 0-1,1 0 1,-1 0-1,0-1 1,1 1-1,-1 0 1,2-2-1,9-14-175,0 1 0,2-1-1,0 2 1,24-24 0,-17 20 40,25-34 0,-44 51 138,1 1 1,-1 0-1,0-1 0,0 1 1,0-1-1,0 1 1,0-1-1,-1 0 0,1 1 1,0-1-1,-1 0 1,1 1-1,-1-1 1,0 0-1,1 0 0,-1 0 1,0 1-1,0-1 1,0 0-1,0 0 0,-1 1 1,0-5-1,0 5 3,0-1 0,0 1 0,-1 0 0,1-1 0,0 1 0,-1 0 0,1 0 1,-1 0-1,1 0 0,-1 0 0,0 0 0,1 0 0,-1 1 0,0-1 0,0 1 0,0-1 0,1 1 0,-3-1 0,-10 0 52,0 0 0,0 0 0,0 1 0,-24 4 0,-184 42 407,121-23-347,72-19-25,19-5-19,11-4 77,27-15-608,1 1 0,45-23 0,-22 14 117,-10 4 102,7-6 85,2 4 0,71-29-1,-119 54 171,0 0 0,0 0 0,0 0 0,0 0 0,0 1 0,0-1 0,0 1 0,0 0 0,6 0 0,-9 0-18,1 1 0,-1-1 0,0 0 1,0 0-1,0 0 0,1 0 0,-1 0 1,0 0-1,0 1 0,0-1 0,0 0 1,1 0-1,-1 0 0,0 0 0,0 1 1,0-1-1,0 0 0,0 0 0,0 0 1,0 1-1,1-1 0,-1 0 0,0 0 1,0 1-1,0-1 0,0 0 0,0 0 1,0 0-1,0 1 0,0-1 0,0 0 1,0 0-1,0 1 0,0-1 0,-1 0 1,1 0-1,0 0 0,0 1 0,0-1 1,0 0-1,0 1 0,-16 17 309,-29 20 172,-67 42 0,81-60-343,-497 280 1281,142-91-967,349-185-417,25-16-12,-1 1 0,-1-2 0,1 0 0,-1 0 1,-27 8-1,41-15-26,0 0 0,-1 0 1,1 1-1,0-1 0,0 0 1,0 0-1,0 0 1,-1 0-1,1 0 0,0 0 1,0 0-1,0 0 0,-1 0 1,1 0-1,0 0 0,0 0 1,0 0-1,-1 0 0,1 0 1,0 0-1,0 0 0,0 0 1,-1 0-1,1 0 1,0 0-1,0 0 0,0 0 1,-1 0-1,1 0 0,0 0 1,0-1-1,0 1 0,0 0 1,-1 0-1,1 0 0,0 0 1,0 0-1,0-1 0,0 1 1,0 0-1,0 0 1,0 0-1,-1 0 0,1-1 1,0 1-1,0 0 0,0 0 1,0 0-1,0-1 0,0 1 1,0 0-1,7-14-65,19-15-409,23-13-624,80-55-1,65-27-413,77-28 423,-190 109 865,-15 4 20,-65 38 212,1 0 0,-1 0 1,1 0-1,-1 0 0,0 0 1,0 0-1,0 0 0,1 0 0,-1 0 1,0-1-1,0 1 0,0 0 1,-1-1-1,1 1 0,0-1 0,0 1 1,0-3-1,-1 3 0,0 1 1,-1-1-1,1 0 0,0 1 1,0-1-1,-1 0 0,1 1 1,-1-1-1,1 0 0,0 1 1,-1-1-1,1 1 1,-1-1-1,1 1 0,-1-1 1,0 1-1,1-1 0,-1 1 1,1 0-1,-1-1 0,0 1 1,1 0-1,-1-1 0,0 1 1,1 0-1,-2 0 1,-8-3 78,-1 1 0,1 1 1,-20-1-1,27 2-92,-37 0 132,-57 8 1,-13 1 64,108-9-189,1 0-1,0 0 1,0 0-1,0 0 1,0 0-1,0 0 1,-1 0-1,1 0 1,0-1-1,0 1 1,0 0-1,0-1 1,0 1 0,0-1-1,-1 0 1,1 1-11,1-1 0,0 1 0,0 0 0,0-1 0,0 1 0,0 0 0,0-1 0,0 1 0,0 0 0,0-1 0,0 1 0,0 0 0,0-1 0,0 1 0,0 0 0,1-1 0,-1 1 0,0 0 0,0-1 0,0 1 0,0 0 0,1-1 0,-1 1 0,0 0 0,0 0 0,1-1 0,-1 1 0,0 0 0,0 0 0,1-1 0,33-22-508,-30 21 485,-1 0 1,105-61-754,145-113-1,-249 172 773,1 0 1,-1 0-1,1 0 1,-1-1-1,0 1 1,3-7-1,-6 11 19,-1-1 0,0 1-1,0 0 1,0-1-1,1 1 1,-1-1 0,0 1-1,0-1 1,0 1 0,0 0-1,0-1 1,0 1 0,0-1-1,0 1 1,0-1 0,0 1-1,0-1 1,0 1 0,0 0-1,-1-1 1,1 1 0,0-1-1,0 1 1,0-1 0,0 1-1,-1 0 1,1-1 0,0 1-1,-1 0 1,1-1 0,0 1-1,-1 0 1,1-1 0,0 1-1,-1 0 1,1 0 0,0-1-1,-1 1 1,1 0 0,-1 0-1,1 0 1,-1 0 0,1-1-1,0 1 1,-1 0 0,1 0-1,-1 0 1,1 0-1,-1 0 1,1 0 0,-1 0-1,1 0 1,0 0 0,-1 1-1,0-1 1,-16 1 169,-1 1 1,1 1-1,0 0 0,0 1 1,0 1-1,1 1 0,-23 11 1,8-5 43,-227 95 803,5 11 0,-272 173 0,464-250-883,49-26 43,12-14-180,0-1 1,0 0-1,0 0 0,0 0 0,0 1 0,0-1 0,0 0 0,0 0 1,0 1-1,0-1 0,0 0 0,0 0 0,0 1 0,0-1 0,0 0 1,0 0-1,0 1 0,0-1 0,0 0 0,0 0 0,0 1 0,0-1 1,1 0-1,-1 0 0,0 0 0,0 1 0,0-1 0,0 0 0,1 0 1,-1 0-1,0 0 0,0 1 0,0-1 0,1 0 0,2 1 29,-1-1-1,1 1 1,0-1-1,0 0 1,-1 0-1,1 0 1,0 0-1,0 0 1,3-1-1,54-11-363,-2-2 0,60-23 0,-47 14-212,634-196-2529,-571 173 3333,-372 152 1262,222-99-1446,-782 328 1861,770-323-1759,26-14-105,6-2-29,38-29-424,126-74-1024,-103 68 1058,-2-2-1,61-52 0,-101 67 447,-23 26-98,0 0 0,0-1 0,1 1 0,-1 0 1,0 0-1,0 0 0,0-1 0,0 1 0,0 0 0,0 0 0,0-1 0,0 1 1,0 0-1,0 0 0,0 0 0,0-1 0,0 1 0,0 0 0,0 0 0,0-1 1,0 1-1,-1 0 0,1 0 0,0 0 0,0-1 0,0 1 0,0 0 0,0 0 1,0 0-1,-1 0 0,1-1 0,0 1 0,0 0 0,0 0 0,0 0 0,-1 0 1,1 0-1,0 0 0,0-1 0,-20 1 245,-2 4-126,1 1 0,-1 1 1,1 1-1,-25 11 0,-82 47 212,120-61-313,3-1-7,-61 32 162,1 2 1,-74 58 0,113-70-31,23-15-58,4-9-85,0-1-1,-1 1 0,1-1 0,-1 0 0,1 1 0,0-1 1,-1 0-1,1 0 0,0 0 0,0 1 0,-1-1 0,1 0 1,0 0-1,-1 0 0,1 0 0,0 0 0,0 0 0,-1 0 1,1-1-1,1 1 0,37-7-422,0-2-1,-1-2 1,0-1 0,38-18-1,-3 2-47,661-219-2405,-690 236 3006,-44 11-127,0-1 0,1 1 0,-1 0 0,0 0 0,1 0-1,-1 0 1,0 0 0,0 0 0,1 0 0,-1 0 0,0 0 0,1 0 0,-1 0-1,0 0 1,0 0 0,1 0 0,-1 0 0,0 0 0,0 1 0,1-1-1,-1 0 1,0 0 0,0 0 0,1 0 0,-1 0 0,0 1 0,0-1-1,1 0 1,-1 0 0,0 0 0,0 1 0,0-1 0,0 0 0,1 0 0,-1 1-1,0-1 1,0 0 0,-14 18 548,-15 5-134,-1-2 0,-46 25 0,15-10-3,-785 548 2443,763-519-2554,80-62-254,-1 0 1,1 0 0,0 1 0,0-1-1,0 1 1,-4 5 0,7-9-50,0 1 0,0-1 0,0 0 0,0 0 0,0 0 0,0 0 0,0 0 0,0 1 0,0-1 0,0 0 0,0 0 0,0 0 0,0 0 0,0 1 0,0-1 0,0 0 0,0 0 0,1 0 0,-1 0 0,0 1 0,0-1 0,0 0 0,0 0 0,0 0 0,0 0 0,0 0 0,1 0 0,-1 0 0,0 1 0,0-1 0,0 0 0,0 0 0,0 0 0,1 0 0,-1 0 0,0 0 0,0 0 0,0 0 0,0 0 0,1 0 0,-1 0 0,0 0 0,0 0 0,0 0 0,0 0 0,1 0 0,-1 0 0,0 0 0,0 0 0,23-5 68,511-162-3904,-191 58 2677,-140 37 904,-172 57 460,-32 13-17,-7 2 28,-62 19 496,-958 393 3254,943-376-3806,-294 145 266,373-178-386,1 0 0,0 0 0,0 1 0,0 0 0,-7 7 0,12-11-39,-1 0 1,1 0 0,0 1 0,0-1 0,0 0-1,0 0 1,0 0 0,-1 1 0,1-1-1,0 0 1,0 0 0,0 1 0,0-1 0,0 0-1,0 0 1,0 0 0,0 1 0,0-1 0,0 0-1,0 0 1,0 1 0,0-1 0,0 0-1,0 0 1,0 1 0,0-1 0,0 0 0,0 0-1,0 1 1,0-1 0,1 0 0,-1 0-1,0 0 1,0 1 0,0-1 0,0 0 0,0 0-1,1 0 1,-1 0 0,0 1 0,0-1 0,0 0-1,1 0 1,-1 0 0,26 2 401,23-8-680,0-3 0,74-22 0,-100 24 22,483-140-3777,185-49 694,-548 158 2878,178-43-133,-283 75 752,-38 6-156,0 1 1,0-1-1,0 0 1,0 0 0,0 0-1,0 0 1,0 0 0,-1 0-1,1 0 1,0 1 0,0-1-1,0 0 1,0 0-1,0 0 1,0 0 0,0 0-1,0 0 1,0 1 0,0-1-1,0 0 1,0 0-1,0 0 1,0 0 0,0 0-1,0 1 1,0-1 0,0 0-1,0 0 1,0 0-1,0 0 1,0 0 0,0 1-1,0-1 1,1 0 0,-1 0-1,0 0 1,0 0 0,0 0-1,0 0 1,0 0-1,0 0 1,0 1 0,0-1-1,1 0 1,-1 0 0,0 0-1,0 0 1,0 0-1,0 0 1,0 0 0,0 0-1,1 0 1,-1 0 0,0 0-1,0 0 1,0 0 0,0 0-1,0 0 1,1 0-1,-1 0 1,-57 31 853,-447 178 1972,76-34-2034,350-137-563,52-20 186,57-28-24,488-252-4073,-274 128 2818,-10 21 173,-95 47 1037,-122 55 150,-45 18-33,5-1-171,-488 143 2810,-170 45-1505,542-161-1338,126-31-213,1 0 1,-1 0-1,-20 0 1,32-2-59,-1 0-1,1 0 1,0 0-1,0 0 1,0 0-1,-1 0 1,1 0-1,0 0 1,0 0-1,-1 0 1,1 0-1,0 0 1,0 0 0,0 0-1,-1 0 1,1 0-1,0 0 1,0-1-1,0 1 1,-1 0-1,1 0 1,0 0-1,0 0 1,0 0 0,0 0-1,-1-1 1,1 1-1,0 0 1,0 0-1,0 0 1,0-1-1,0 1 1,0 0-1,-1 0 1,1 0-1,0-1 1,0 1 0,0 0-1,0 0 1,0 0-1,0-1 1,12-10-465,28-13-492,66-29 1,-46 25 525,623-290-2924,-632 296 3218,4-1-36,-1-2-1,93-59 1,-145 82 191,0 1 0,0 0 0,0 0 1,-1-1-1,1 1 0,0-1 0,-1 1 0,1-1 0,-1 0 1,0 1-1,0-1 0,2-3 0,-3 5-4,0-1 0,0 1-1,0 0 1,0-1 0,0 1 0,0-1 0,-1 1-1,1 0 1,0-1 0,0 1 0,0 0 0,0-1-1,-1 1 1,1 0 0,0-1 0,0 1 0,0 0-1,-1-1 1,1 1 0,0 0 0,-1-1 0,1 1-1,0 0 1,-1 0 0,1 0 0,0-1 0,-1 1-1,1 0 1,-1 0 0,1 0 0,0 0 0,-1 0-1,1 0 1,-1-1 0,1 1 0,0 0 0,-1 0-1,-6 0 76,0-1-1,0 1 1,-1 1 0,1-1-1,0 1 1,-9 2-1,-277 87 1987,167-46-1424,18-10-193,-190 67 343,210-67-556,-107 58-1,172-79-157,-34 25-1,54-37-62,1 1 0,0 0 0,-1-1 0,1 1 0,0 1 0,0-1 0,1 0 1,-1 0-1,0 1 0,1-1 0,-1 1 0,1-1 0,-1 4 0,1-6-5,1 1 0,0 0 0,0 0 0,0 0 0,0-1 0,0 1 1,1 0-1,-1 0 0,0 0 0,0-1 0,0 1 0,1 0 0,-1 0 0,0-1 0,1 1 0,-1 0 0,1-1 0,-1 1 1,1 0-1,-1-1 0,1 1 0,-1-1 0,1 1 0,0 0 0,-1-1 0,1 0 0,0 1 0,1 0 0,5 2 69,0-1 0,1 0-1,-1 0 1,1-1-1,-1 0 1,1 0 0,-1 0-1,12-2 1,81-5-567,-1-5 1,126-31-1,-158 29 215,404-95-1999,-193 42 1594,-198 51 760,-78 15-65,-1 0-1,0 0 0,0 0 0,0 0 1,1 0-1,-1 0 0,0 0 0,0 0 1,0 0-1,0 0 0,1 1 0,-1-1 1,0 0-1,0 1 0,2 0 0,-3-1-11,0 1-1,0-1 0,0 1 0,0-1 1,0 0-1,0 1 0,0-1 0,0 1 1,-1-1-1,1 0 0,0 1 1,0-1-1,0 1 0,0-1 0,0 0 1,-1 1-1,1-1 0,0 0 0,0 1 1,-1-1-1,1 0 0,0 0 0,-1 1 1,1-1-1,0 0 0,-1 0 0,1 1 1,0-1-1,-1 0 0,-41 25 450,-285 103 1131,188-78-1184,-484 165 566,586-204-787,31-11-116,7-1-41,53-25-685,724-354-3586,-729 355 4180,28-16 133,-48 21 127,-29 20-193,0 0 1,0 0-1,0 0 1,1 0-1,-1 0 1,0 0-1,0 0 1,0-1-1,0 1 1,0 0-1,0 0 1,0 0-1,0 0 1,0 0-1,1 0 1,-1 0-1,0-1 1,0 1-1,0 0 1,0 0-1,0 0 1,0 0-1,0 0 1,0 0-1,0-1 1,0 1-1,0 0 1,0 0-1,0 0 1,0 0-1,0 0 1,0 0-1,0-1 0,0 1 1,0 0-1,0 0 1,0 0-1,-1 0 1,1 0-1,0 0 1,0-1-1,0 1 1,0 0-1,0 0 1,0 0-1,0 0 1,0 0-1,0 0 1,0 0-1,-1 0 1,1 0-1,0-1 1,0 1-1,0 0 1,-20 1 326,-29 8 249,-61 20 0,62-16-315,-41 12 178,-730 225 1398,733-215-1618,67-23 177,19-12-393,0 0-1,0 1 1,0-1-1,0 0 1,0 0-1,1 0 1,-1 0-1,0 1 1,0-1-1,0 0 1,0 0-1,0 0 1,0 0-1,0 0 1,0 1-1,1-1 1,-1 0 0,0 0-1,0 0 1,0 0-1,0 0 1,1 0-1,-1 0 1,0 0-1,0 1 1,0-1-1,0 0 1,1 0-1,-1 0 1,0 0-1,0 0 1,0 0-1,0 0 1,1 0 0,-1 0-1,0 0 1,0 0-1,0 0 1,1 0-1,-1 0 1,0-1-1,0 1 1,0 0-1,0 0 1,1 0-1,-1 0 1,0 0-1,0 0 1,46-9 134,146-45-1835,99-26-397,-9 8 772,299-72 288,-534 134 1224,-48 10-187,1 0 1,0 0 0,0 1 0,0-1-1,0 0 1,0 0 0,0 0-1,0 0 1,0 0 0,0 1-1,0-1 1,0 0 0,0 0-1,0 0 1,0 0 0,0 1-1,0-1 1,0 0 0,0 0 0,0 0-1,0 0 1,0 1 0,0-1-1,0 0 1,0 0 0,0 0-1,0 0 1,1 0 0,-1 1-1,0-1 1,0 0 0,0 0-1,0 0 1,0 0 0,0 0-1,1 0 1,-1 0 0,0 1 0,0-1-1,0 0 1,0 0 0,0 0-1,1 0 1,-1 0 0,0 0-1,0 0 1,0 0 0,1 0-1,-20 13 183,0 0 0,-1-2 0,-37 16-1,-2 2 11,26-12-94,16-10-39,0 2 1,1-1 0,0 2 0,0 0 0,1 1-1,1 1 1,0 0 0,-14 17 0,27-28-55,0-1 0,0 1 0,0 0 0,0 0 0,1 0 0,-1 1 0,0-1 0,1 0 0,-1 0 0,1 0 0,-1 0 0,1 1 0,0-1 0,0 0 0,-1 0 0,1 1-1,0-1 1,0 0 0,0 0 0,0 1 0,0-1 0,1 0 0,-1 1 0,1 0 0,0 0 15,0 0 0,1-1 0,-1 1 0,1-1 0,-1 0 0,1 1 0,0-1 0,-1 0 0,1 0 0,0 0-1,0 0 1,0-1 0,0 1 0,0 0 0,3 0 0,16 4 112,0-1 0,0-1 1,0-1-1,1-1 0,38-2 1,117-21 222,-89 10-214,-30 7 1,-40 9 89,-18-4-231,0 0 0,0 0 1,0 0-1,0 0 0,0 1 1,1-1-1,-1 0 0,0 0 1,0 0-1,0 0 0,0 1 1,0-1-1,0 0 0,0 0 1,1 0-1,-1 1 0,0-1 1,0 0-1,0 0 0,0 0 1,0 1-1,0-1 0,0 0 1,0 0-1,0 0 0,0 1 1,0-1-1,0 0 0,0 0 1,-1 1-1,1-1 0,0 0 1,0 0-1,0 0 0,0 0 1,0 1-1,0-1 0,-1 0 1,-25 20 440,-59 28 406,-128 51-1,-102 19 262,48-19-696,124-44-15,134-54-346,15-8-232,21-12-450,392-209-4039,19 40 2860,-350 158 1521,91-36 62,-171 63 260,2-1 115,-24 12 74,-223 122 1050,-26 15-868,215-112-282,37-19 52,11-13-173,0-1 0,-1 0-1,1 1 1,0-1 0,0 1-1,0-1 1,0 0 0,0 1-1,1-1 1,-1 1 0,0-1-1,0 0 1,0 1 0,0-1-1,0 0 1,0 1 0,1-1-1,-1 0 1,0 1 0,0-1-1,1 0 1,-1 1 0,0-1-1,0 0 1,1 0 0,-1 1-1,3 0 31,0 1 0,-1-1 0,1 0 0,0 0 0,0-1 0,0 1 0,0 0 0,0-1 0,5 0-1,25 1 199,0-1 0,0-2 0,41-7-1,100-28-691,-134 28 165,-15 3 109,416-91-1316,5 32 1850,-407 63-243,-35 5 12,-12 3 44,-167 65 808,80-35-700,10-2-84,-364 154 430,433-182-590,11-4-7,0 0 1,1 0-1,-1 0 0,0 1 1,0-1-1,1 1 1,0 0-1,-1 0 0,-5 7 1,11-6 77,8-3 30,23-6-258,0-1 0,41-14 0,3-1-338,-56 17 353,91-22-344,129-48-1,-238 74 477,1-1-1,-1 0 1,0 0-1,1 0 1,-1-1-1,0 1 1,0 0 0,0-1-1,3-2 1,-9 0 111,-13 2 21,-26 6-32,1 1 1,0 2-1,-57 18 0,22-6-42,28-11 67,48-8-140,1 0-1,-1 0 1,1 0 0,-1 1 0,1-1 0,-1 0 0,1 0 0,-1 0 0,0 0 0,1 0-1,-1 0 1,1-1 0,-1 1 0,1 0 0,-1 0 0,1 0 0,-1 0 0,1-1 0,-1 1-1,1 0 1,-1 0 0,1-1 0,0 1 0,-1 0 0,1-1 0,-1 1 0,1 0 0,0-1-1,-1 1 1,1-1 0,0 1 0,0-1 0,-1 1 0,1-1 0,0 1 0,0-1 0,0 1-1,-1-1 1,1 0 0,11-18-182,7 2-77,0 1 0,1 0 0,0 1 0,42-22 0,-40 25 158,0-1-1,-1-1 1,-1 0 0,35-35-1,-53 48 106,0 0 0,0 1 1,0-1-1,0 0 0,0 0 0,0 0 0,-1 0 0,1 0 0,0-1 0,-1 1 0,1 0 0,-1 0 0,1 0 0,-1 0 0,0-1 0,1 1 0,-1 0 0,0-1 0,0 1 0,0 0 0,0 0 0,0-1 0,0 1 0,0 0 0,0 0 0,-1-2 0,-1 1 15,1 0 1,-1 1-1,0-1 0,0 1 1,1-1-1,-1 1 0,-1 0 1,1 0-1,0 0 0,0 0 0,0 0 1,0 0-1,-1 1 0,1-1 1,-3 0-1,-26-4 153,-1 1 0,0 2 0,0 1 0,-57 6 0,-362 46 937,4 25-601,403-67-477,23-4 7,0-1-1,0-1 1,0-1-1,-1 0 1,-27-3-1,44 0-63,1 1-1,-1-1 0,0-1 1,1 1-1,-1-1 1,1 1-1,-1-1 0,1-1 1,0 1-1,-1-1 1,1 1-1,1-1 0,-1 0 1,0-1-1,1 1 1,0-1-1,-1 1 0,1-1 1,1 0-1,-1 0 1,-3-7-1,-1-4-208,2-1 1,-1 1-1,2-1 0,0 0 0,-2-22 1,-7-89-1816,6-220 1,8 241 1275,6-371-1995,-3-320 43,-4 775 2675,-5-91-120,4 99 225,-1 1 0,-1 0 0,0 0 0,0 0 0,-9-18 0,12 29-28,-1 0 0,0 1 0,1-1 1,-1 1-1,0-1 0,0 1 0,0-1 0,0 1 1,-1 0-1,1 0 0,0-1 0,0 1 1,-3-1-1,3 1-13,1 1 1,-1 0 0,0 0 0,1 0-1,-1 0 1,0 0 0,1 0 0,-1 0-1,0 0 1,1 0 0,-1 0-1,0 0 1,1 0 0,-1 0 0,1 0-1,-1 1 1,0-1 0,1 0 0,-1 0-1,1 1 1,-1-1 0,0 0-1,1 1 1,-1 0 0,-3 3 89,0 0 0,1 0 1,0 1-1,0-1 0,0 1 0,0 0 0,-2 7 1,-19 46 1009,-29 105 1,-1 70 588,52-223-1643,-32 159 1525,-17 244-1,47-325-1035,3 0 0,4 0 0,4 0 0,30 143 0,-26-185-266,2 0-1,2-1 0,3 0 0,1-1 1,2-2-1,2 0 0,42 58 1,-47-76-217,2-1-1,0 0 1,2-2 0,0-1 0,1 0 0,1-2 0,1 0 0,0-2-1,2-1 1,0-1 0,0-1 0,57 17 0,-32-17-88,2-2 1,-1-2-1,1-3 1,69-1-1,-25-8-778,148-22 0,-136 5-81,-1-5 0,-2-5 0,-1-4 0,-1-5 0,-3-5 0,-1-4 0,98-63 0,-99 48-60,-4-5-1,-2-4 1,-3-4-1,-4-3 0,-4-5 1,111-143-1,-151 171 731,-3-3 0,-3-1 0,-3-2-1,-2-1 1,-3-2 0,-2-1 0,-4-1 0,-3-1 0,-2 0 0,-4-2-1,-3 0 1,3-84 0,-12 125 201,-3-1-1,0 1 1,-2 0-1,-1 0 1,-1 1-1,-2-1 1,-20-54-1,21 69 29,-1 1 0,0-1 0,-1 1 0,-1 0 0,0 1 0,-1 0 0,0 1 0,0 0 0,-2 0 0,1 1 0,-1 1 0,-1 0 0,1 0 0,-2 1 0,1 1 0,-25-10 0,6 6 332,-1 2 0,1 1 0,-2 1 0,1 2 0,0 2 0,-43 0 0,1 5 817,-131 21 0,115-7-502,1 4 1,2 5-1,0 3 1,2 3-1,-92 49 0,119-50-265,2 3-1,1 3 1,1 2-1,2 3 0,3 2 1,0 2-1,-77 92 1,104-106-187,1 0 0,2 2 0,1 0 0,2 1 0,1 0 0,1 2 0,2 0 0,-10 49 0,16-53 12,2-1 1,1 1-1,2 0 1,1 0-1,2 0 1,1 0-1,1 0 1,2 0-1,1 0 1,12 36-1,-13-54-119,0 0 0,2 0-1,0 0 1,0-1 0,1 0-1,1-1 1,0 0 0,1 0-1,11 11 1,-4-8-63,0 0-1,1-2 0,0 0 1,1-1-1,32 15 0,-8-9-52,0-2 0,1-2 0,0-2 0,1-2 0,69 7 0,-42-11-26,0-4-1,81-7 1,151-31-1624,-121 5-5,0-9-1,-3-7 0,-2-8 1,-2-8-1,309-159 1,-136 17 276,-258 143 956,132-116 1,-209 166 401,-1-1 0,13-17-1,-16 11 214,-10 19-175,0-1 0,0 1 0,0 0 0,0-1 0,0 1 0,0 0 0,0-1 0,0 1 0,0 0 0,0-1 0,0 1 0,0 0 0,0-1 0,0 1 0,0 0 0,0 0 0,0-1 0,0 1 0,-1 0 0,1-1 0,0 1 0,0 0 0,0 0 0,-1-1 0,1 1 0,0 0 0,0 0 0,0 0 0,-1-1 0,1 1 0,-1 0 0,-1-1 49,-1 1-1,0 0 0,1 0 1,-1 0-1,1 0 0,-1 1 1,1-1-1,-1 1 0,1-1 1,-1 1-1,1 0 0,-4 2 1,-45 21 468,1 2 0,1 2 0,-68 52 0,79-53-334,-178 136 712,187-138-775,1 1 1,1 1 0,2 2-1,1 1 1,-23 35 0,42-56-84,1-1 1,0 1 0,0-1-1,1 1 1,0 0 0,1 0 0,0 1-1,0-1 1,0 17 0,2-23-23,0 0 0,0 0 0,0 0 0,0 0 0,1 0 0,-1 0 0,1 0 0,0-1 0,0 1 0,0 0 0,0 0 0,0 0 0,0-1 0,1 1 0,-1 0 0,1-1 0,0 0 0,0 1 0,0-1 0,0 0 0,0 0 0,1 0 0,-1 0 0,1 0 0,-1-1 0,1 1 0,-1-1 0,1 0 0,0 1 1,0-1-1,0-1 0,0 1 0,4 1 0,1-1-5,0-1 0,1 0 0,-1 0 0,0-1 1,1 0-1,-1 0 0,0-1 0,0 0 0,12-4 1,9-6-340,33-19 0,-44 22 243,194-107-1611,-4-9 1,238-189-1,-239 139 1144,-178 147 408,-1-2 1,-2 0-1,-1-1 1,34-57 0,-52 75 60,0-1 1,-1 1-1,-1-1 1,0 0-1,-1-1 1,0 1-1,-1-1 1,0 1-1,-2-1 1,0 0-1,0 0 1,-1 0-1,-1 0 1,-1 0-1,0 1 1,-1-1-1,0 1 1,-1-1-1,-1 1 1,0 0-1,-1 0 1,-1 1-1,0 0 1,0 0-1,-1 1 1,-1-1-1,0 2 1,-20-20-1,0 3-18,-1 2 1,-1 1-1,-2 1 0,0 2 0,-1 2 1,-1 0-1,-1 3 0,-1 1 1,0 1-1,-1 3 0,-1 0 0,-59-8 1,42 12 506,0 3 1,0 2-1,0 2 1,0 3 0,0 3-1,0 2 1,1 2-1,-79 23 1,60-6 337,1 2 1,1 4-1,1 3 1,2 2-1,2 4 0,2 3 1,-99 85-1,96-68-159,3 4 0,3 2 1,3 2-1,3 3 0,4 3 0,-57 104 0,75-112 11,-48 132 0,69-157-323,1 1-1,3 1 1,1-1-1,-3 63 1,10-84-130,2 0 1,0 0 0,1 0 0,1 0 0,1-1 0,12 36-1,-11-43-133,1-1 0,0 0 0,0 0 0,2 0 0,0-1 0,0 0 0,1 0 0,0-1 0,1 0 0,21 17 0,-12-15-16,1 0-1,0-1 1,1 0 0,0-2-1,1-1 1,0 0 0,1-2-1,-1 0 1,1-2 0,1-1-1,30 3 1,-29-6-25,0 0 1,0-1-1,0-1 0,0-2 1,-1 0-1,1-2 1,-1-1-1,0-1 0,0 0 1,38-19-1,-38 12-228,-1 0 1,0-1-1,-1-1 0,-1-2 1,0 0-1,-2-1 0,30-36 1,-27 25-164,-1-2 1,-1 0 0,-2-1 0,28-70 0,-23 34-160,-3-1 0,-4-1 1,-2 0-1,-4-1 1,2-96-1,-11 97 109,-3 0-1,-20-128 1,-5 69 329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9:58:17.1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 4915,'208'-13'2581,"-60"1"-2069,-91 10-96,0 2 0,0 2 0,66 12 1,-75-8 15,0-2 1,57-3-1,-57-2 51,-1 3 0,56 8-1,-3 2 509,0-4 0,154-9 0,-101-1 1,942 2 5408,-609 0-6246,-299-14-154,-14-1 0,-19 16 0,-175-1 0,0 1 0,1 1 0,-1 0 0,1 2 0,0 1 0,0 0 0,1 1 0,-1 2 0,-22 11 0,22-9 0,-1-1 0,0 0 0,0-1 0,-1-2 0,0 0 0,0-1 0,-1-2 0,1 0 0,-1-1 0,-38-2 0,-4-3 0,1 4 0,-107 14 0,138-10 0,-1 0 0,0 2 0,0 1 0,1 1 0,-48 21 0,65-24 0,0 0 0,-1 0 0,0-2 0,0 0 0,0-1 0,-25 1 0,-108-5 0,62-2 0,25 4 0,20 0 0,-1-2 0,-78-11 0,43 2 0,-1 2 0,0 5 0,-82 6 0,26-1 0,74-1 0,-111 14 0,116-8 0,0-4 0,-63-3 0,-45 2 0,153-1 0,-1 1 0,1 0 0,-1 1 0,1 1 0,0 0 0,0 0 0,1 1 0,-1 1 0,1 0 0,0 0 0,0 1 0,1 1 0,-13 11 0,18-15 0,0 1 0,0 0 0,1 1 0,0-1 0,-1 1 0,2 0 0,-1 0 0,1 0 0,0 0 0,0 1 0,1-1 0,0 1 0,0 0 0,0 0 0,1 0 0,0 0 0,0 0 0,1 0 0,0 0 0,0 0 0,1 0 0,0 0 0,0-1 0,0 1 0,4 9 0,-4-13 0,1 1 0,0-1 0,0 0 0,0 0 0,1 1 0,-1-1 0,1-1 0,-1 1 0,1 0 0,0-1 0,0 1 0,0-1 0,1 0 0,-1 0 0,1 0 0,-1 0 0,1-1 0,-1 0 0,1 1 0,0-1 0,-1-1 0,1 1 0,6 0 0,11 1 0,1 0 0,0-2 0,22-2 0,-20 1 0,1 0 0,446-2 0,-341 15 0,42 3 0,827-16 0,-954-1 0,56-10 0,-55 5 0,52 0 0,-73 7 0,22 0 0,0-2 0,76-12 0,-98 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9:58:31.4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345 138 4915,'0'-2'15,"0"1"-1,0-1 1,0 0 0,1 0-1,-1 1 1,1-1 0,0 0-1,-1 1 1,1-1 0,0 1-1,0-1 1,0 1 0,0-1-1,0 1 1,0-1-1,0 1 1,1 0 0,-1 0-1,0 0 1,1 0 0,-1 0-1,1 0 1,-1 0 0,1 0-1,0 0 1,-1 1 0,1-1-1,0 1 1,-1-1 0,1 1-1,0 0 1,0-1 0,-1 1-1,3 0 1,9-1 170,1 1 0,-1 0 0,21 3 1,-20-2-104,102 17 833,-73-10-465,51 2 0,-29-9-133,-40-1-73,-22 0-19,-10 0 100,-84-3 368,-181 6 970,264-2-1585,-1 0 0,0 1-1,1 0 1,0 1 0,0 0 0,0 0 0,0 1 0,0-1 0,0 2 0,-7 5 0,15-10-70,0 0 0,0 0 0,-1 0 0,1 0-1,0 1 1,0-1 0,-1 0 0,1 0 0,0 0-1,0 1 1,0-1 0,-1 0 0,1 0 0,0 1 0,0-1-1,0 0 1,0 0 0,0 1 0,0-1 0,-1 0-1,1 1 1,0-1 0,0 0 0,0 0 0,0 1 0,0-1-1,0 0 1,0 1 0,0-1 0,0 0 0,0 1-1,1-1 1,-1 0 0,0 0 0,0 1 0,0-1 0,0 0-1,0 1 1,0-1 0,1 0 0,-1 0 0,0 1-1,0-1 1,0 0 0,1 0 0,-1 0 0,0 1 0,0-1-1,1 0 1,-1 0 0,0 0 0,0 0 0,1 0-1,-1 0 1,0 1 0,1-1 0,-1 0 0,0 0 0,0 0-1,1 0 1,-1 0 0,0 0 0,1 0 0,-1 0-1,0 0 1,1 0 0,24 3 325,-23-3-319,301 3 1735,-148-6-614,-117 3-802,-1-2 1,0-2-1,47-11 1,-173 24 1032,-7 4-401,0 3 0,-158 50 0,231-59-830,0-1-1,0-1 1,0-1-1,-1-1 0,1-1 1,-1-1-1,0 0 0,-24-5 1,31 3-170,1-2 1,0 0-1,0-1 1,0 0 0,0-2-1,0 0 1,1 0-1,0-1 1,1-1-1,-1-1 1,2 0-1,-18-14 1,26 19-20,1-1 1,-1 1-1,1-1 1,0 0 0,0 0-1,0 0 1,1-1-1,0 1 1,0-1-1,0 0 1,1 0-1,0 0 1,0 0 0,0 0-1,1 0 1,0-1-1,0 1 1,0 0-1,1-1 1,0 1-1,0 0 1,1-1-1,0 1 1,0 0 0,0-1-1,1 1 1,0 0-1,0 0 1,6-11-1,9-9 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9:58:34.0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16 8754,'2295'0'0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9:58:27.1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9:58:27.8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9:58:28.3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9:58:37.1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2527 1 4915,'-1'2'54,"-1"1"0,1-1 0,-1 0 0,1 0-1,-1 0 1,0 0 0,0 0 0,1 0 0,-1 0 0,-1 0 0,1-1 0,0 1-1,0-1 1,-1 1 0,1-1 0,-4 1 0,-2 3 36,-98 54 735,93-52-691,-1-1 0,0 0 0,0 0 0,0-2 0,0 0 0,-1 0 0,1-1 0,-25 1 0,-15-2 367,-57-4-1,29-1 129,-664 2 4267,725 3-4725,-1 1 0,1 0 0,0 2 0,1 0-1,-1 1 1,-21 10 0,17-6 155,-1-1 0,-52 9 0,-2-11 615,-141-7-1,91-2-117,-345 2 2391,446 0-3184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8947-75D4-8A0D-232B-5C712A088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A5A46-22AC-6A6E-A075-1A113E54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7F8D5-C0EA-4A4E-DB7A-9770D941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DD34A-B1DD-13AC-69F6-58490F59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ADA8E-1C89-81BB-5B96-E224FDB41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1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A4F2-4BC7-9851-2DA3-A7303619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7C570-B323-3B35-FBA2-CD1E88FDD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C8C18-AEBC-4702-EBC7-05CA54146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25D3-6ED9-4DEB-AE52-1B0791E04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72436-D658-CAA7-15E2-C46CBB072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89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B046-B12E-3B69-11F3-57B10F30E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F3C35-C51F-7113-853D-8C8A69404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7442B-B48A-F0CA-D3FE-E4A6BD69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F484-8FB5-6789-4EB3-9E76F86E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CE150-CD11-13C1-9E63-C966C278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659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22638-6E35-7D5F-BEA5-2D0719C7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D2E60-04C8-46D7-51B4-E61FDD3C3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C57B5-299C-55EA-59E7-6ACB992FC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0DA88-89A9-3AED-BB92-A46A9C84E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A7E53-0985-973C-DA71-104C6316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9D6E9-4DF4-07A2-8BAE-64C5CBD5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86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7AD3-0769-B164-6D49-8F5B2D33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B867-B007-2985-B355-4D3D0FEFC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29B50-3ADF-FFB3-C359-40280B006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F21085-FE26-1E90-7BB1-D20C39D02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DE950-BF91-C439-B080-5E4091ECB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EE82B-FEC9-F28D-2BC2-4AA10140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9B880B-688A-F494-1D08-F801FDB9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92F8D-AF1E-3BD1-453F-569EB9F74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FCD9C-13CB-E8BF-3FCD-90CB5972D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D2FCD-468E-B605-4BE9-46717000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09FD4-6702-A430-D048-18213E4CA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78553-9F0B-619F-F8B9-10B1CBA2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2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4D56EB-5038-B1A7-4A0C-6F005310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72492A-6963-5729-7AD0-71F5DDE6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F609E-BF4F-B362-254B-DF57CF6A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81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9436-391A-42C0-E89E-DBD13274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827E7-9FE4-3944-E1C9-AFE50E1C0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F7819-AABD-D5A8-BD01-3F1408958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C0F63-8019-47F0-9D01-E408CA9A1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3E963-5D26-E3FC-8E5A-D9C476051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FA061-FE1E-383C-4164-394CFA27A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78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1AF3-A6AC-B7F2-8A54-60659F60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8730A8-9DA0-87B1-890B-F3996EE01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68D6F-AF7F-3BE1-9661-CB95C8EA7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9D5DD-1138-C8E5-33AA-70F6E575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07CE2-6753-D494-D612-860B5B75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CCAB4-32B9-CD03-E479-4F3DE096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260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C25F-492A-9D21-5817-AB434EC2C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9CA46-8CD5-FD74-2121-73F6CC8D2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86F25-4334-9237-CE3B-0710D6E9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39F15-2510-CF2A-5446-B1F0CC8E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3A9E0-677B-60F2-A54E-E5CE8D21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555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A8668B-3B64-B4BB-9A8B-3771461905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5BBB0-59D0-4D7C-C382-D4612E4CC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536ED-D2CD-417A-833B-07204239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F4219-6A62-FC95-7232-7B7CF33D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FDED4-7760-C916-E5FD-C274577F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90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01D12-4C1A-EC1F-240B-DF097EC26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1B9AD-C3F1-C2F4-9650-14DB67510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FDF52-DCF5-0006-A579-87658EA6D8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82AD1-B842-41F4-B8F5-41328F06D8B2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39925-DBF3-2E50-8C3E-4EB6A5A73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832-4CCA-743B-A177-B8B11C69D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B68C4-B05E-482F-9C0E-964F0FAD4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44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customXml" Target="../ink/ink10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9.xml"/><Relationship Id="rId2" Type="http://schemas.openxmlformats.org/officeDocument/2006/relationships/image" Target="../media/image1.png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19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4AD430-AE2D-CDF0-0021-951E390B4E5D}"/>
              </a:ext>
            </a:extLst>
          </p:cNvPr>
          <p:cNvSpPr txBox="1"/>
          <p:nvPr/>
        </p:nvSpPr>
        <p:spPr>
          <a:xfrm>
            <a:off x="1069028" y="1699781"/>
            <a:ext cx="1005394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Name:</a:t>
            </a:r>
            <a:r>
              <a:rPr lang="en-US" sz="4000" dirty="0"/>
              <a:t> </a:t>
            </a:r>
            <a:r>
              <a:rPr lang="en-US" sz="4000" i="1" dirty="0"/>
              <a:t>MOHD MUBASSHIR</a:t>
            </a:r>
            <a:br>
              <a:rPr lang="en-US" sz="4000" dirty="0"/>
            </a:br>
            <a:r>
              <a:rPr lang="en-US" sz="4000" b="1" dirty="0"/>
              <a:t>Course:</a:t>
            </a:r>
            <a:r>
              <a:rPr lang="en-US" sz="4000" dirty="0"/>
              <a:t> </a:t>
            </a:r>
            <a:r>
              <a:rPr lang="en-US" sz="4000" i="1" dirty="0" err="1"/>
              <a:t>B.Tech</a:t>
            </a:r>
            <a:r>
              <a:rPr lang="en-US" sz="4000" i="1" dirty="0"/>
              <a:t> IBM </a:t>
            </a:r>
          </a:p>
          <a:p>
            <a:r>
              <a:rPr lang="en-US" sz="4000" b="1" dirty="0"/>
              <a:t>Subject:</a:t>
            </a:r>
            <a:r>
              <a:rPr lang="en-US" sz="4000" dirty="0"/>
              <a:t> </a:t>
            </a:r>
            <a:r>
              <a:rPr lang="en-US" sz="4000" i="1" dirty="0"/>
              <a:t>Cloud Computing</a:t>
            </a:r>
            <a:br>
              <a:rPr lang="en-US" sz="4000" dirty="0"/>
            </a:br>
            <a:r>
              <a:rPr lang="en-US" sz="4000" b="1" dirty="0"/>
              <a:t>Topic: Kubernetes Architecture </a:t>
            </a:r>
            <a:br>
              <a:rPr lang="en-US" sz="4000" dirty="0"/>
            </a:br>
            <a:r>
              <a:rPr lang="en-US" sz="4000" b="1" dirty="0"/>
              <a:t>College Name:</a:t>
            </a:r>
            <a:r>
              <a:rPr lang="en-US" sz="4000" dirty="0"/>
              <a:t> </a:t>
            </a:r>
            <a:r>
              <a:rPr lang="en-US" sz="4000" i="1" dirty="0"/>
              <a:t>United University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5729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6B61B9-EA61-7112-C08B-6D69BAF65E84}"/>
              </a:ext>
            </a:extLst>
          </p:cNvPr>
          <p:cNvSpPr txBox="1"/>
          <p:nvPr/>
        </p:nvSpPr>
        <p:spPr>
          <a:xfrm>
            <a:off x="1533833" y="648929"/>
            <a:ext cx="9547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Berlin Sans FB Demi" panose="020E0802020502020306" pitchFamily="34" charset="0"/>
              </a:rPr>
              <a:t>Kubernetes Architecture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C950-01BB-E933-58FD-1B3D7BF6812C}"/>
              </a:ext>
            </a:extLst>
          </p:cNvPr>
          <p:cNvSpPr txBox="1"/>
          <p:nvPr/>
        </p:nvSpPr>
        <p:spPr>
          <a:xfrm>
            <a:off x="1533833" y="1992697"/>
            <a:ext cx="85933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Bookman Old Style" panose="02050604050505020204" pitchFamily="18" charset="0"/>
              </a:rPr>
              <a:t>Kubernetes (K8s) follows a</a:t>
            </a:r>
            <a:r>
              <a:rPr lang="en-US" sz="2400" b="1" dirty="0">
                <a:latin typeface="Bookman Old Style" panose="02050604050505020204" pitchFamily="18" charset="0"/>
              </a:rPr>
              <a:t> architecture</a:t>
            </a:r>
            <a:r>
              <a:rPr lang="en-US" sz="2400" dirty="0">
                <a:latin typeface="Bookman Old Style" panose="02050604050505020204" pitchFamily="18" charset="0"/>
              </a:rPr>
              <a:t>, consisting of:</a:t>
            </a:r>
          </a:p>
          <a:p>
            <a:pPr>
              <a:buNone/>
            </a:pPr>
            <a:endParaRPr lang="en-US" sz="2400" dirty="0">
              <a:latin typeface="Bookman Old Style" panose="0205060405050502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Bookman Old Style" panose="02050604050505020204" pitchFamily="18" charset="0"/>
              </a:rPr>
              <a:t>Control Plane (Master Node) </a:t>
            </a:r>
            <a:r>
              <a:rPr lang="en-US" sz="2400" dirty="0"/>
              <a:t>Responsible for cluster control &amp; decision making.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>
              <a:buFont typeface="+mj-lt"/>
              <a:buAutoNum type="arabicPeriod"/>
            </a:pPr>
            <a:endParaRPr lang="en-US" sz="2400" dirty="0">
              <a:latin typeface="Bookman Old Style" panose="0205060405050502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Bookman Old Style" panose="02050604050505020204" pitchFamily="18" charset="0"/>
              </a:rPr>
              <a:t>Worker Nodes </a:t>
            </a:r>
            <a:r>
              <a:rPr lang="en-US" sz="2400" dirty="0"/>
              <a:t> run the actual applications (Pods).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61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005A-51E8-66F0-0054-904F501A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47137"/>
            <a:ext cx="10515600" cy="1325563"/>
          </a:xfrm>
        </p:spPr>
        <p:txBody>
          <a:bodyPr/>
          <a:lstStyle/>
          <a:p>
            <a:r>
              <a:rPr lang="en-IN" dirty="0">
                <a:latin typeface="Berlin Sans FB Demi" panose="020E0802020502020306" pitchFamily="34" charset="0"/>
              </a:rPr>
              <a:t>Control</a:t>
            </a:r>
            <a:r>
              <a:rPr lang="en-IN" dirty="0">
                <a:latin typeface="Arial Black" panose="020B0A04020102020204" pitchFamily="34" charset="0"/>
              </a:rPr>
              <a:t> Plane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962F9-B405-73EA-B80F-5A1D5A813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7" y="1425216"/>
            <a:ext cx="1104900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1) API SERVER</a:t>
            </a:r>
            <a:endParaRPr lang="en-US" sz="2000" dirty="0"/>
          </a:p>
          <a:p>
            <a:pPr lvl="1"/>
            <a:r>
              <a:rPr lang="en-US" sz="2000" dirty="0"/>
              <a:t>Front-end of the cluster all components communicate through it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2) ETCD</a:t>
            </a:r>
            <a:endParaRPr lang="en-US" sz="2000" dirty="0"/>
          </a:p>
          <a:p>
            <a:pPr lvl="1"/>
            <a:r>
              <a:rPr lang="en-US" sz="2000" dirty="0"/>
              <a:t>Distributed and consistent key-value store Stores cluster state and configuration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3) SCHEDULER</a:t>
            </a:r>
            <a:endParaRPr lang="en-US" sz="2000" dirty="0"/>
          </a:p>
          <a:p>
            <a:pPr lvl="1"/>
            <a:r>
              <a:rPr lang="en-US" sz="2000" dirty="0"/>
              <a:t>Assigns Pods to nodes based on resource availability and constraints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4) CONTROLLER MANAGER</a:t>
            </a:r>
            <a:endParaRPr lang="en-US" sz="2000" dirty="0"/>
          </a:p>
          <a:p>
            <a:pPr lvl="1"/>
            <a:r>
              <a:rPr lang="en-US" sz="2000" dirty="0"/>
              <a:t>Runs controllers:</a:t>
            </a:r>
          </a:p>
          <a:p>
            <a:pPr lvl="2"/>
            <a:r>
              <a:rPr lang="en-US" dirty="0"/>
              <a:t>Node controller</a:t>
            </a:r>
          </a:p>
          <a:p>
            <a:pPr lvl="2"/>
            <a:r>
              <a:rPr lang="en-US" dirty="0" err="1"/>
              <a:t>ReplicaSet</a:t>
            </a:r>
            <a:r>
              <a:rPr lang="en-US" dirty="0"/>
              <a:t> controller</a:t>
            </a:r>
          </a:p>
          <a:p>
            <a:pPr lvl="2"/>
            <a:r>
              <a:rPr lang="en-US" dirty="0"/>
              <a:t>Deployment controller</a:t>
            </a:r>
          </a:p>
          <a:p>
            <a:pPr lvl="2"/>
            <a:r>
              <a:rPr lang="en-US" dirty="0"/>
              <a:t>Endpoints controller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1405539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5E37-CB3E-7553-026E-F6EDF00A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03" y="61656"/>
            <a:ext cx="7450394" cy="1325563"/>
          </a:xfrm>
        </p:spPr>
        <p:txBody>
          <a:bodyPr/>
          <a:lstStyle/>
          <a:p>
            <a:r>
              <a:rPr lang="en-IN" dirty="0">
                <a:latin typeface="Berlin Sans FB Demi" panose="020E0802020502020306" pitchFamily="34" charset="0"/>
              </a:rPr>
              <a:t>Worker Node Components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472815-0B67-6C4D-A92C-D38943D94DDD}"/>
              </a:ext>
            </a:extLst>
          </p:cNvPr>
          <p:cNvSpPr txBox="1"/>
          <p:nvPr/>
        </p:nvSpPr>
        <p:spPr>
          <a:xfrm>
            <a:off x="422787" y="13252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400" b="1" dirty="0" err="1"/>
              <a:t>Kubelet</a:t>
            </a:r>
            <a:r>
              <a:rPr lang="en-US" sz="2400" b="1" dirty="0"/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8203B3-0871-2101-3313-67BE01B62EA8}"/>
              </a:ext>
            </a:extLst>
          </p:cNvPr>
          <p:cNvSpPr txBox="1"/>
          <p:nvPr/>
        </p:nvSpPr>
        <p:spPr>
          <a:xfrm>
            <a:off x="422787" y="247942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2)  </a:t>
            </a:r>
            <a:r>
              <a:rPr lang="en-US" sz="2400" b="1" dirty="0" err="1"/>
              <a:t>kube</a:t>
            </a:r>
            <a:r>
              <a:rPr lang="en-US" sz="2400" b="1" dirty="0"/>
              <a:t>-proxy: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20B3CC-C089-89F6-0A87-E3812FC40830}"/>
              </a:ext>
            </a:extLst>
          </p:cNvPr>
          <p:cNvSpPr txBox="1"/>
          <p:nvPr/>
        </p:nvSpPr>
        <p:spPr>
          <a:xfrm>
            <a:off x="422787" y="3810842"/>
            <a:ext cx="4238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3)  Container Runtime: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DEDC1F-B0EC-4A76-F889-20927A744C93}"/>
              </a:ext>
            </a:extLst>
          </p:cNvPr>
          <p:cNvSpPr txBox="1"/>
          <p:nvPr/>
        </p:nvSpPr>
        <p:spPr>
          <a:xfrm>
            <a:off x="825909" y="1786928"/>
            <a:ext cx="8288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Ensures that containers are running as Expected on the node.</a:t>
            </a:r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39B8DE-A236-3106-2F33-F5EDAA0371E4}"/>
              </a:ext>
            </a:extLst>
          </p:cNvPr>
          <p:cNvSpPr txBox="1"/>
          <p:nvPr/>
        </p:nvSpPr>
        <p:spPr>
          <a:xfrm>
            <a:off x="825909" y="2914301"/>
            <a:ext cx="7486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Manages network routing and load balancing for services.</a:t>
            </a:r>
            <a:endParaRPr lang="en-IN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0C4DC4-E9B6-414B-6B26-E81AF45DA21F}"/>
              </a:ext>
            </a:extLst>
          </p:cNvPr>
          <p:cNvSpPr txBox="1"/>
          <p:nvPr/>
        </p:nvSpPr>
        <p:spPr>
          <a:xfrm>
            <a:off x="816083" y="4277035"/>
            <a:ext cx="6646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 is the software that runs containers.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6641114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421133-24CD-854D-7815-C0FD75756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8" y="1080760"/>
            <a:ext cx="11593543" cy="46964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795202D-0E5D-59A8-2151-354A191BC1EC}"/>
                  </a:ext>
                </a:extLst>
              </p14:cNvPr>
              <p14:cNvContentPartPr/>
              <p14:nvPr/>
            </p14:nvContentPartPr>
            <p14:xfrm>
              <a:off x="434137" y="4909548"/>
              <a:ext cx="1753560" cy="885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795202D-0E5D-59A8-2151-354A191BC1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6497" y="4891908"/>
                <a:ext cx="178920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329E13-2259-A434-2279-84C21F381762}"/>
                  </a:ext>
                </a:extLst>
              </p14:cNvPr>
              <p14:cNvContentPartPr/>
              <p14:nvPr/>
            </p14:nvContentPartPr>
            <p14:xfrm>
              <a:off x="1818697" y="528970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329E13-2259-A434-2279-84C21F3817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56057" y="522670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7072C60-97B3-E544-F363-73D3C3C9B376}"/>
                  </a:ext>
                </a:extLst>
              </p14:cNvPr>
              <p14:cNvContentPartPr/>
              <p14:nvPr/>
            </p14:nvContentPartPr>
            <p14:xfrm>
              <a:off x="240097" y="4553868"/>
              <a:ext cx="2242440" cy="1377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7072C60-97B3-E544-F363-73D3C3C9B3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7457" y="4490868"/>
                <a:ext cx="2368080" cy="15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184078B-485C-5552-5F1D-06E4F599E731}"/>
                  </a:ext>
                </a:extLst>
              </p14:cNvPr>
              <p14:cNvContentPartPr/>
              <p14:nvPr/>
            </p14:nvContentPartPr>
            <p14:xfrm>
              <a:off x="4621297" y="1592508"/>
              <a:ext cx="1350720" cy="207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184078B-485C-5552-5F1D-06E4F599E73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8297" y="1529868"/>
                <a:ext cx="147636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13BD736-4DF0-71B5-0868-15B705942EE8}"/>
                  </a:ext>
                </a:extLst>
              </p14:cNvPr>
              <p14:cNvContentPartPr/>
              <p14:nvPr/>
            </p14:nvContentPartPr>
            <p14:xfrm>
              <a:off x="4477297" y="1562988"/>
              <a:ext cx="374760" cy="109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13BD736-4DF0-71B5-0868-15B705942E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14297" y="1499988"/>
                <a:ext cx="5004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6E9E50E-3A11-4EF4-E401-D55A7799F151}"/>
                  </a:ext>
                </a:extLst>
              </p14:cNvPr>
              <p14:cNvContentPartPr/>
              <p14:nvPr/>
            </p14:nvContentPartPr>
            <p14:xfrm>
              <a:off x="4601137" y="1592508"/>
              <a:ext cx="826560" cy="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6E9E50E-3A11-4EF4-E401-D55A7799F15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38137" y="1466508"/>
                <a:ext cx="95220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777533EE-3EA1-EA9C-36CD-48B873DF4EC4}"/>
              </a:ext>
            </a:extLst>
          </p:cNvPr>
          <p:cNvGrpSpPr/>
          <p:nvPr/>
        </p:nvGrpSpPr>
        <p:grpSpPr>
          <a:xfrm>
            <a:off x="4448857" y="1523748"/>
            <a:ext cx="909720" cy="108720"/>
            <a:chOff x="4448857" y="1523748"/>
            <a:chExt cx="909720" cy="10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B447A4-9ED6-63CF-0252-D69EDF3EF35D}"/>
                    </a:ext>
                  </a:extLst>
                </p14:cNvPr>
                <p14:cNvContentPartPr/>
                <p14:nvPr/>
              </p14:nvContentPartPr>
              <p14:xfrm>
                <a:off x="4591417" y="1602228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B447A4-9ED6-63CF-0252-D69EDF3EF35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28417" y="153958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B8AA79-01B2-949B-1C77-FB13B314A36F}"/>
                    </a:ext>
                  </a:extLst>
                </p14:cNvPr>
                <p14:cNvContentPartPr/>
                <p14:nvPr/>
              </p14:nvContentPartPr>
              <p14:xfrm>
                <a:off x="4640737" y="1632108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B8AA79-01B2-949B-1C77-FB13B314A36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77737" y="156910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F628EDE-0884-B942-5F6A-153A9929C985}"/>
                    </a:ext>
                  </a:extLst>
                </p14:cNvPr>
                <p14:cNvContentPartPr/>
                <p14:nvPr/>
              </p14:nvContentPartPr>
              <p14:xfrm>
                <a:off x="4601137" y="1612668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F628EDE-0884-B942-5F6A-153A9929C9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38497" y="154966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B9968EC-E986-14DF-9080-E707F7C64C37}"/>
                    </a:ext>
                  </a:extLst>
                </p14:cNvPr>
                <p14:cNvContentPartPr/>
                <p14:nvPr/>
              </p14:nvContentPartPr>
              <p14:xfrm>
                <a:off x="4448857" y="1523748"/>
                <a:ext cx="909720" cy="79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B9968EC-E986-14DF-9080-E707F7C64C3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86217" y="1461108"/>
                  <a:ext cx="1035360" cy="20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1727388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790D35-3E3D-118A-97D7-D37B55DB7C31}"/>
              </a:ext>
            </a:extLst>
          </p:cNvPr>
          <p:cNvSpPr txBox="1"/>
          <p:nvPr/>
        </p:nvSpPr>
        <p:spPr>
          <a:xfrm>
            <a:off x="3264308" y="2812028"/>
            <a:ext cx="6931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rial Black" panose="020B0A04020102020204" pitchFamily="34" charset="0"/>
              </a:rPr>
              <a:t>THANKYOU</a:t>
            </a:r>
            <a:endParaRPr lang="en-IN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84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163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Berlin Sans FB Demi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Control Plane Components</vt:lpstr>
      <vt:lpstr>Worker Node Components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 mubasshir</dc:creator>
  <cp:lastModifiedBy>mohd mubasshir</cp:lastModifiedBy>
  <cp:revision>2</cp:revision>
  <dcterms:created xsi:type="dcterms:W3CDTF">2025-11-20T09:47:22Z</dcterms:created>
  <dcterms:modified xsi:type="dcterms:W3CDTF">2025-12-01T05:05:32Z</dcterms:modified>
</cp:coreProperties>
</file>